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186f4fd79a947aa" /><Relationship Type="http://schemas.openxmlformats.org/officeDocument/2006/relationships/extended-properties" Target="/docProps/app.xml" Id="Ra8e7a7109e6240a9" /><Relationship Type="http://schemas.openxmlformats.org/officeDocument/2006/relationships/officeDocument" Target="/ppt/presentation.xml" Id="R318d953c59c7460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7b2a53ee9144c13"/>
  </p:sldMasterIdLst>
  <p:notesMasterIdLst>
    <p:notesMasterId xmlns:r="http://schemas.openxmlformats.org/officeDocument/2006/relationships" r:id="Rb98a6de3cdcc4f53"/>
  </p:notesMasterIdLst>
  <p:sldIdLst>
    <p:sldId xmlns:r="http://schemas.openxmlformats.org/officeDocument/2006/relationships" id="256" r:id="R098e20e99eb047ae"/>
    <p:sldId xmlns:r="http://schemas.openxmlformats.org/officeDocument/2006/relationships" id="257" r:id="R737532e3ac1e4a86"/>
    <p:sldId xmlns:r="http://schemas.openxmlformats.org/officeDocument/2006/relationships" id="258" r:id="R6bf075b0e50e4a89"/>
    <p:sldId xmlns:r="http://schemas.openxmlformats.org/officeDocument/2006/relationships" id="259" r:id="Rc670f006b49a470a"/>
    <p:sldId xmlns:r="http://schemas.openxmlformats.org/officeDocument/2006/relationships" id="260" r:id="R852a43cefbf84762"/>
    <p:sldId xmlns:r="http://schemas.openxmlformats.org/officeDocument/2006/relationships" id="261" r:id="R8e5ec57ee6e94ae3"/>
    <p:sldId xmlns:r="http://schemas.openxmlformats.org/officeDocument/2006/relationships" id="262" r:id="R9dd2af7191d346bd"/>
    <p:sldId xmlns:r="http://schemas.openxmlformats.org/officeDocument/2006/relationships" id="263" r:id="Re2964a3660624ccd"/>
    <p:sldId xmlns:r="http://schemas.openxmlformats.org/officeDocument/2006/relationships" id="264" r:id="Rdc73df69ff664b2e"/>
    <p:sldId xmlns:r="http://schemas.openxmlformats.org/officeDocument/2006/relationships" id="265" r:id="R398e9d9b52974098"/>
    <p:sldId xmlns:r="http://schemas.openxmlformats.org/officeDocument/2006/relationships" id="266" r:id="Re6259c7b7d004a5f"/>
    <p:sldId xmlns:r="http://schemas.openxmlformats.org/officeDocument/2006/relationships" id="267" r:id="R38fd8aa422a24f10"/>
    <p:sldId xmlns:r="http://schemas.openxmlformats.org/officeDocument/2006/relationships" id="268" r:id="R97ccc6489e034ce6"/>
    <p:sldId xmlns:r="http://schemas.openxmlformats.org/officeDocument/2006/relationships" id="269" r:id="R482052f373bd44b5"/>
    <p:sldId xmlns:r="http://schemas.openxmlformats.org/officeDocument/2006/relationships" id="270" r:id="R985211f5420b461c"/>
    <p:sldId xmlns:r="http://schemas.openxmlformats.org/officeDocument/2006/relationships" id="271" r:id="R58fc5d62247c4e9f"/>
    <p:sldId xmlns:r="http://schemas.openxmlformats.org/officeDocument/2006/relationships" id="272" r:id="R1e4bbc3dd8f6413b"/>
    <p:sldId xmlns:r="http://schemas.openxmlformats.org/officeDocument/2006/relationships" id="273" r:id="R199c5ba95ae84d1c"/>
  </p:sldIdLst>
  <p:sldSz cx="12191695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 snapToObjects="1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7d7517e71944fa5" /><Relationship Type="http://schemas.openxmlformats.org/officeDocument/2006/relationships/slideMaster" Target="/ppt/slideMasters/slideMaster1.xml" Id="R67b2a53ee9144c13" /><Relationship Type="http://schemas.openxmlformats.org/officeDocument/2006/relationships/notesMaster" Target="/ppt/notesMasters/notesMaster1.xml" Id="Rb98a6de3cdcc4f53" /><Relationship Type="http://schemas.openxmlformats.org/officeDocument/2006/relationships/presProps" Target="/ppt/presProps.xml" Id="Rd24c19f137814f30" /><Relationship Type="http://schemas.openxmlformats.org/officeDocument/2006/relationships/viewProps" Target="/ppt/viewProps.xml" Id="R287f99a446fc4a73" /><Relationship Type="http://schemas.openxmlformats.org/officeDocument/2006/relationships/tableStyles" Target="/ppt/tableStyles.xml" Id="R2abf1b09b2974260" /><Relationship Type="http://schemas.openxmlformats.org/officeDocument/2006/relationships/slide" Target="/ppt/slides/slide1.xml" Id="R098e20e99eb047ae" /><Relationship Type="http://schemas.openxmlformats.org/officeDocument/2006/relationships/slide" Target="/ppt/slides/slide2.xml" Id="R737532e3ac1e4a86" /><Relationship Type="http://schemas.openxmlformats.org/officeDocument/2006/relationships/slide" Target="/ppt/slides/slide3.xml" Id="R6bf075b0e50e4a89" /><Relationship Type="http://schemas.openxmlformats.org/officeDocument/2006/relationships/slide" Target="/ppt/slides/slide4.xml" Id="Rc670f006b49a470a" /><Relationship Type="http://schemas.openxmlformats.org/officeDocument/2006/relationships/slide" Target="/ppt/slides/slide5.xml" Id="R852a43cefbf84762" /><Relationship Type="http://schemas.openxmlformats.org/officeDocument/2006/relationships/slide" Target="/ppt/slides/slide6.xml" Id="R8e5ec57ee6e94ae3" /><Relationship Type="http://schemas.openxmlformats.org/officeDocument/2006/relationships/slide" Target="/ppt/slides/slide7.xml" Id="R9dd2af7191d346bd" /><Relationship Type="http://schemas.openxmlformats.org/officeDocument/2006/relationships/slide" Target="/ppt/slides/slide8.xml" Id="Re2964a3660624ccd" /><Relationship Type="http://schemas.openxmlformats.org/officeDocument/2006/relationships/slide" Target="/ppt/slides/slide9.xml" Id="Rdc73df69ff664b2e" /><Relationship Type="http://schemas.openxmlformats.org/officeDocument/2006/relationships/slide" Target="/ppt/slides/slide10.xml" Id="R398e9d9b52974098" /><Relationship Type="http://schemas.openxmlformats.org/officeDocument/2006/relationships/slide" Target="/ppt/slides/slide11.xml" Id="Re6259c7b7d004a5f" /><Relationship Type="http://schemas.openxmlformats.org/officeDocument/2006/relationships/slide" Target="/ppt/slides/slide12.xml" Id="R38fd8aa422a24f10" /><Relationship Type="http://schemas.openxmlformats.org/officeDocument/2006/relationships/slide" Target="/ppt/slides/slide13.xml" Id="R97ccc6489e034ce6" /><Relationship Type="http://schemas.openxmlformats.org/officeDocument/2006/relationships/slide" Target="/ppt/slides/slide14.xml" Id="R482052f373bd44b5" /><Relationship Type="http://schemas.openxmlformats.org/officeDocument/2006/relationships/slide" Target="/ppt/slides/slide15.xml" Id="R985211f5420b461c" /><Relationship Type="http://schemas.openxmlformats.org/officeDocument/2006/relationships/slide" Target="/ppt/slides/slide16.xml" Id="R58fc5d62247c4e9f" /><Relationship Type="http://schemas.openxmlformats.org/officeDocument/2006/relationships/slide" Target="/ppt/slides/slide17.xml" Id="R1e4bbc3dd8f6413b" /><Relationship Type="http://schemas.openxmlformats.org/officeDocument/2006/relationships/slide" Target="/ppt/slides/slide18.xml" Id="R199c5ba95ae84d1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1648edccb0b484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b8a356713f54ea1" /><Relationship Type="http://schemas.openxmlformats.org/officeDocument/2006/relationships/notesMaster" Target="/ppt/notesMasters/notesMaster1.xml" Id="R5dcaf8a8b276433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cfe10578d9e449c" /><Relationship Type="http://schemas.openxmlformats.org/officeDocument/2006/relationships/notesMaster" Target="/ppt/notesMasters/notesMaster1.xml" Id="Rd68f72d8787a441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b8e8ea9b63e4868" /><Relationship Type="http://schemas.openxmlformats.org/officeDocument/2006/relationships/notesMaster" Target="/ppt/notesMasters/notesMaster1.xml" Id="Rab5afcfbc7f74b4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ce4597ff586446e" /><Relationship Type="http://schemas.openxmlformats.org/officeDocument/2006/relationships/notesMaster" Target="/ppt/notesMasters/notesMaster1.xml" Id="Rdd5083c403344fc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d783562b29242e4" /><Relationship Type="http://schemas.openxmlformats.org/officeDocument/2006/relationships/notesMaster" Target="/ppt/notesMasters/notesMaster1.xml" Id="R46f023629654418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73df32e83f64d40" /><Relationship Type="http://schemas.openxmlformats.org/officeDocument/2006/relationships/notesMaster" Target="/ppt/notesMasters/notesMaster1.xml" Id="Rc277a0d290034550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78b8393266e24239" /><Relationship Type="http://schemas.openxmlformats.org/officeDocument/2006/relationships/notesMaster" Target="/ppt/notesMasters/notesMaster1.xml" Id="R869e9c7ce1014810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8fb5c7c75b9e47a8" /><Relationship Type="http://schemas.openxmlformats.org/officeDocument/2006/relationships/notesMaster" Target="/ppt/notesMasters/notesMaster1.xml" Id="Ree1e68b5526941c4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26a194c3a5754f65" /><Relationship Type="http://schemas.openxmlformats.org/officeDocument/2006/relationships/notesMaster" Target="/ppt/notesMasters/notesMaster1.xml" Id="R8b1f6c47442e4611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927990a95cd04e4a" /><Relationship Type="http://schemas.openxmlformats.org/officeDocument/2006/relationships/notesMaster" Target="/ppt/notesMasters/notesMaster1.xml" Id="Rdd94ea4bd6514aad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5208ee8c6d6e414b" /><Relationship Type="http://schemas.openxmlformats.org/officeDocument/2006/relationships/notesMaster" Target="/ppt/notesMasters/notesMaster1.xml" Id="Rb76d64b030ae4188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64e6e0cf4e214e87" /><Relationship Type="http://schemas.openxmlformats.org/officeDocument/2006/relationships/notesMaster" Target="/ppt/notesMasters/notesMaster1.xml" Id="R2dd8b228b84c4b64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752203a2db75431c" /><Relationship Type="http://schemas.openxmlformats.org/officeDocument/2006/relationships/notesMaster" Target="/ppt/notesMasters/notesMaster1.xml" Id="R3899509e39c2467b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0016c3a351a54251" /><Relationship Type="http://schemas.openxmlformats.org/officeDocument/2006/relationships/notesMaster" Target="/ppt/notesMasters/notesMaster1.xml" Id="R4b88855a4a06421a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613103e7c15e4881" /><Relationship Type="http://schemas.openxmlformats.org/officeDocument/2006/relationships/notesMaster" Target="/ppt/notesMasters/notesMaster1.xml" Id="R81ef1320f7b14152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f353427912df4480" /><Relationship Type="http://schemas.openxmlformats.org/officeDocument/2006/relationships/notesMaster" Target="/ppt/notesMasters/notesMaster1.xml" Id="Rab6fd3a6e0134568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88443a3cf495431e" /><Relationship Type="http://schemas.openxmlformats.org/officeDocument/2006/relationships/notesMaster" Target="/ppt/notesMasters/notesMaster1.xml" Id="R952bca33f6c34a6f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437cb3528f7043fc" /><Relationship Type="http://schemas.openxmlformats.org/officeDocument/2006/relationships/notesMaster" Target="/ppt/notesMasters/notesMaster1.xml" Id="Re3f37dcfff89442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안녕하십니까. 저희는 시민 제안에서 검토 대상과 담당 후보, 판단 근거를 연결하는 과정에 탐색 부담이 있을 수 있다는 문제 가설에서 출발했습니다. 이 흐름은 제품 기능을 설명하기 위해 설정한 업무 가설이며 실제 기관별 절차나 부담의 크기를 대표한다고 단정하지 않습니다.  </a:t>
            </a:r>
          </a:p>
          <a:p xmlns:a="http://schemas.openxmlformats.org/drawingml/2006/main">
            <a:r>
              <a:t>저희 UKKKK는 흩어진 출산·양육 정책 데이터를 한곳에 모아 **시민 수요를 담당 범위와 근거, 다음 조치로 연결하는 행정 의사결정 대시보드**입니다.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김서현 주무관은 실제 인물이 아니라 제품의 기능과 시연 과업을 구체화하기 위해 설정한 가상 페르소나입니다.  </a:t>
            </a:r>
          </a:p>
          <a:p xmlns:a="http://schemas.openxmlformats.org/drawingml/2006/main">
            <a:r>
              <a:t>시민 제안을 검토하고 담당 후보와 기존 정책 근거를 대조한 뒤 보고자료를 만든다는 과업을 가정했습니다.  </a:t>
            </a:r>
          </a:p>
          <a:p xmlns:a="http://schemas.openxmlformats.org/drawingml/2006/main">
            <a:r>
              <a:t>여러 정책 영역에 걸친 제안과 본문·지역 범위 미확인은 실제 데이터에서 확인했습니다. 담당자의 시스템 사용 방식과 업무 부담은 이번 분석 범위에 포함하지 않았으며, 가상 페르소나는 제품 기능과 시연 흐름을 설명하기 위한 설정입니다.  </a:t>
            </a:r>
          </a:p>
          <a:p xmlns:a="http://schemas.openxmlformats.org/drawingml/2006/main">
            <a:r>
              <a:t>그래서 사용자의 질문을 하나로 정의했습니다. **“이 안건은 누가, 왜, 얼마나 먼저 봐야 하는가?”**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슬라이드의 핵심은 공무원의 업무 절차를 다섯 단계로 단정하는 것이 아닙니다.  </a:t>
            </a:r>
          </a:p>
          <a:p xmlns:a="http://schemas.openxmlformats.org/drawingml/2006/main">
            <a:r>
              <a:t>저희 데이터에는 시민 수요와 정책·민원·뉴스·통계가 있었지만, **어떤 수요를 누가 검토해야 하는지, 판단 근거가 무엇인지, 다음 조치로 어떻게 넘길지가 한 흐름으로 연결되어 있지 않았습니다.**  </a:t>
            </a:r>
          </a:p>
          <a:p xmlns:a="http://schemas.openxmlformats.org/drawingml/2006/main">
            <a:r>
              <a:t>UKKKK는 이 연결 단절을 제품이 다룰 문제로 정의했습니다.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화면의 왼쪽은 UKKKK가 받는 입력입니다. 시민 제안과 민원, 기존 정책과 뉴스, 자치구 통계를 한데 모읍니다.  </a:t>
            </a:r>
          </a:p>
          <a:p xmlns:a="http://schemas.openxmlformats.org/drawingml/2006/main">
            <a:r>
              <a:t>오른쪽은 그 데이터를 연결해 만든 출력입니다. 반복되는 수요와 정책 Gap, 주관·협조 R&amp;R 후보, 원문 근거, 맞춤 보고서와 검토 로그를 제공합니다.  </a:t>
            </a:r>
          </a:p>
          <a:p xmlns:a="http://schemas.openxmlformats.org/drawingml/2006/main">
            <a:r>
              <a:t>즉, 이 화면은 실제 조작 순서를 설명하는 페이지가 아니라 **흩어진 입력을 검토 가능한 출력으로 바꾸는 제품의 역할**을 보여줍니다. 최종 판단과 승인은 담당자에게 남겨 둡니다.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데이터는 다섯 출처를 결합했습니다. 상상대로 시민 제안 824건은 정책 수요, 국민신문고 582건은 현장 고충, 몽땅정보통 322개 사업은 기존 공급, 뉴스 1,145건은 사회적 이슈, 자치구 통계는 지역 조건을 보여줍니다.  </a:t>
            </a:r>
          </a:p>
          <a:p xmlns:a="http://schemas.openxmlformats.org/drawingml/2006/main">
            <a:r>
              <a:t>현재 데모는 이 데이터를 미리 수집·정제해 캐시한 구조로 안정적으로 재현됩니다.  </a:t>
            </a:r>
          </a:p>
          <a:p xmlns:a="http://schemas.openxmlformats.org/drawingml/2006/main">
            <a:r>
              <a:t>서로 다른 출처는 제안 ID와 본문, 날짜, 공감·답변 상태, 지역, 정책 계층, R&amp;R 순위, 원문 URL을 가진 공통 스키마로 맞췄습니다. 이후 불용어와 유사어를 정규화하고, 본문과 지역이 없는 값은 임의로 채우지 않은 채 별도 상태로 관리합니다.  </a:t>
            </a:r>
          </a:p>
          <a:p xmlns:a="http://schemas.openxmlformats.org/drawingml/2006/main">
            <a:r>
              <a:t>정제된 데이터는 8대 계층 분류, 의미 유사 군집화, 원본 업무분장 기반 R&amp;R 후보 매칭을 거쳐 화면에서 서로 대조합니다.  </a:t>
            </a:r>
          </a:p>
          <a:p xmlns:a="http://schemas.openxmlformats.org/drawingml/2006/main">
            <a:r>
              <a:t>즉, 제안 건수 하나만으로 판단하지 않고 **수요·현장·공급·사회·지역 근거를 함께 보는 구조**입니다.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이번 버전의 가장 중요한 개선은 상단 필터의 의미를 두 단계로 분리한 것입니다.  </a:t>
            </a:r>
          </a:p>
          <a:p xmlns:a="http://schemas.openxmlformats.org/drawingml/2006/main">
            <a:r>
              <a:t>첫 번째는 조직이 아니라 8대 **정책 대분류 담당군**입니다. 두 번째가 원본 업무분장에 근거한 **실제 R&amp;R 팀**입니다.  </a:t>
            </a:r>
          </a:p>
          <a:p xmlns:a="http://schemas.openxmlformats.org/drawingml/2006/main">
            <a:r>
              <a:t>전체 담당군에서 팀을 고르면 그 팀이 주관 또는 협조로 포함된 모든 안건을 찾습니다. 반면 특정 대분류를 먼저 고르면, 그 범위에서 해당 팀이 1순위 주관인 안건만 보여줍니다.  </a:t>
            </a:r>
          </a:p>
          <a:p xmlns:a="http://schemas.openxmlformats.org/drawingml/2006/main">
            <a:r>
              <a:t>따라서 가족지원팀처럼 여러 분야에 협조로 참여하는 팀도 중복을 숨기지 않으면서, 사용자는 지금 ‘관련 안건 전체’를 보는지 ‘주관 안건’을 보는지 구분할 수 있습니다.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개별 제안만 읽으면 같은 요구가 여러 표현으로 흩어집니다. UKKKK는 전체 범위의 제안을 57개 문제 군집으로 묶고, 수요·정책 공백·시급성·실행성·근거 신뢰도의 다섯 축으로 비교합니다.  </a:t>
            </a:r>
          </a:p>
          <a:p xmlns:a="http://schemas.openxmlformats.org/drawingml/2006/main">
            <a:r>
              <a:t>이 진단도 고정된 전체 결과만 보여주는 것이 아닙니다. 상단에서 대분류 담당군이나 실제 R&amp;R 팀을 선택하면 그 업무 범위에 포함되는 문제 군집만 남고, 우선점수와 진단 매트릭스, 상세 근거 패널이 같은 기준으로 다시 구성됩니다.  </a:t>
            </a:r>
          </a:p>
          <a:p xmlns:a="http://schemas.openxmlformats.org/drawingml/2006/main">
            <a:r>
              <a:t>기본 모델은 수요 30%, 공백과 시급성 각 25%, 실행성과 신뢰도 각 10%입니다. 사용자는 목적에 따라 시민수요 강조형과 지역형평성 강조형으로 가중치를 바꿔 순위 변화를 볼 수 있습니다.  </a:t>
            </a:r>
          </a:p>
          <a:p xmlns:a="http://schemas.openxmlformats.org/drawingml/2006/main">
            <a:r>
              <a:t>이 점수는 정답이 아니라 **검토 순서를 설명하는 의사결정 보조 지표**입니다.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화면은 여덟 개지만 질문의 순서로 연결됩니다.  </a:t>
            </a:r>
          </a:p>
          <a:p xmlns:a="http://schemas.openxmlformats.org/drawingml/2006/main">
            <a:r>
              <a:t>현황에서 범위를 확인하고, 시민 목소리와 긴급 민원에서 수요를 찾습니다. 현행 정책과 사각지대에서 공급 여부를 대조하고, 자치구 통계에서 지역 조건을 봅니다. 마지막으로 갭 진단에서 조치 후보를 검토하고, 결측치·통합 로그에서 데이터 품질과 결정 이력을 관리합니다.  </a:t>
            </a:r>
          </a:p>
          <a:p xmlns:a="http://schemas.openxmlformats.org/drawingml/2006/main">
            <a:r>
              <a:t>각 화면은 독립 메뉴가 아니라 **하나의 정책 검토 과정의 단계**입니다.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김서현 주무관의 실제 흐름은 여섯 단계입니다.  </a:t>
            </a:r>
          </a:p>
          <a:p xmlns:a="http://schemas.openxmlformats.org/drawingml/2006/main">
            <a:r>
              <a:t>먼저 정책 담당군과 실제 팀으로 오늘 볼 업무를 정합니다. 다음으로 KPI와 키워드, 긴급 안건에서 신호를 찾습니다. 관심 안건은 원문과 주관·협조 후보, 공식 URL로 검증합니다. 이어서 기존 사업과 민원·뉴스·자치구 통계를 대조합니다.  </a:t>
            </a:r>
          </a:p>
          <a:p xmlns:a="http://schemas.openxmlformats.org/drawingml/2006/main">
            <a:r>
              <a:t>정책 공백이 확인되면 갭 점수와 추천 조치를 보되, 담당자가 문구를 수정하고 승인합니다. 마지막으로 선택한 범위가 반영된 보고서나 CSV를 내보냅니다.  </a:t>
            </a:r>
          </a:p>
          <a:p xmlns:a="http://schemas.openxmlformats.org/drawingml/2006/main">
            <a:r>
              <a:t>이 흐름의 핵심은 **필터 조건과 판단 근거가 다음 화면까지 이어진다는 것**입니다.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신규 담당자가 화면을 외워야 한다는 문제는 새싹이 오피스 길잡이로 줄였습니다. 새싹이는 현재 화면의 목적과 기본 단계, 고급 활용 팁을 안내하고, 정책 담당군을 선택하면 대분류 기준으로, 실제 팀을 선택하면 팀 기준으로 업무 동선을 바꿉니다.  </a:t>
            </a:r>
          </a:p>
          <a:p xmlns:a="http://schemas.openxmlformats.org/drawingml/2006/main">
            <a:r>
              <a:t>이 선택 범위는 화면 조회에서 끝나지 않고 보고서까지 그대로 이어집니다. 전체 범위를 선택하면 전체 R&amp;R 통합 보고서가, 특정 대분류 담당군을 선택하면 해당 정책 분야 보고서가, 실제 팀까지 선택하면 그 팀의 주관·협조 대상만 집계한 맞춤 보고서가 생성됩니다.  </a:t>
            </a:r>
          </a:p>
          <a:p xmlns:a="http://schemas.openxmlformats.org/drawingml/2006/main">
            <a:r>
              <a:t>검토 결과는 우측 보고서 다운로드에서 상세형, 간부 브리핑, 외부 공유용으로 구성할 수 있습니다. 현재 구현은 HWP용 텍스트, PDF 요약 미리보기, CSV 원자료를 제공하며, 현재 선택한 담당 범위와 카테고리·지역 조건이 보고서의 수치, 본문, 추천 섹션에 함께 반영됩니다.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저희는 원본의 자치구 `미상`을 모두 결측치로 보거나 특정 구로 강제 복원하지 않습니다. 824건 중 원본에서 자치구가 선택된 것은 20건입니다. 나머지 중 본문에 25개 자치구명이 직접 등장하는 복원 후보는 49건, 서울시 전체 범위를 명시한 제안은 5건이며, 750건은 서울시 전체 요구와 판별 불가가 섞인 `지역 범위 미확인`으로 남깁니다.  </a:t>
            </a:r>
          </a:p>
          <a:p xmlns:a="http://schemas.openxmlformats.org/drawingml/2006/main">
            <a:r>
              <a:t>별도로 원문이 연결되지 않았거나 30자 미만인 레코드는 186건이며, 본문이 없으면 제목을 반복해 보여주지 않고 수집 상태를 표시합니다.  </a:t>
            </a:r>
          </a:p>
          <a:p xmlns:a="http://schemas.openxmlformats.org/drawingml/2006/main">
            <a:r>
              <a:t>복원 후보는 담당자가 원문을 펼쳐 검토하고 선택한 결과만 반영 이력으로 남깁니다.  </a:t>
            </a:r>
          </a:p>
          <a:p xmlns:a="http://schemas.openxmlformats.org/drawingml/2006/main">
            <a:r>
              <a:t>데이터 품질을 숨기지 않는 것이 공공 의사결정 시스템의 신뢰라고 판단했습니다.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/Users/parkcy/Desktop/sesac_pjt/UKKKK/data/final/proposals.json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라이브 화면을 열기 전에 다섯 장면만 먼저 말씀드리겠습니다.  </a:t>
            </a:r>
          </a:p>
          <a:p xmlns:a="http://schemas.openxmlformats.org/drawingml/2006/main">
            <a:r>
              <a:t>첫째 출산·산후 초기지원 담당군을 선택하고, 둘째 실제 건강팀을 선택해 68건으로 좁힙니다. 셋째 시민 목소리와 Gap이 같은 범위로 재계산되는지 확인합니다. 넷째 주관 1순위와 협조 2·3순위 근거를 보고, 마지막으로 같은 범위가 보고서까지 이어지는지 확인합니다.  </a:t>
            </a:r>
          </a:p>
          <a:p xmlns:a="http://schemas.openxmlformats.org/drawingml/2006/main">
            <a:r>
              <a:t>이제 다음 장의 버튼을 눌러 실제 데모 페이지로 이동하겠습니다.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장에서 화면의 URL을 눌러 실제 배포 페이지를 엽니다.</a:t>
            </a:r>
          </a:p>
          <a:p xmlns:a="http://schemas.openxmlformats.org/drawingml/2006/main">
            <a:r>
              <a:t>데모 URL: https://ukkkk-two.vercel.app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전체 상태에서 시작하겠습니다.  </a:t>
            </a:r>
          </a:p>
          <a:p xmlns:a="http://schemas.openxmlformats.org/drawingml/2006/main">
            <a:r>
              <a:t>첫 번째 필터에서 출산·산후 초기지원을 선택하면 총 87건으로 좁혀지고, 실제 주관팀 후보는 가족건강팀과 건강팀 두 개만 남습니다.  </a:t>
            </a:r>
          </a:p>
          <a:p xmlns:a="http://schemas.openxmlformats.org/drawingml/2006/main">
            <a:r>
              <a:t>여기서 건강팀을 선택하면 건강팀이 1순위 주관으로 매칭된 68건이 표시됩니다.  </a:t>
            </a:r>
          </a:p>
          <a:p xmlns:a="http://schemas.openxmlformats.org/drawingml/2006/main">
            <a:r>
              <a:t>시민 목소리 분석으로 이동해도 68건 범위가 유지되고 키워드와 차트가 다시 계산됩니다.  </a:t>
            </a:r>
          </a:p>
          <a:p xmlns:a="http://schemas.openxmlformats.org/drawingml/2006/main">
            <a:r>
              <a:t>정책 갭 진단으로 이동하면 전체 57개 군집 중 건강팀 범위에 해당하는 문제 군집만 남고, 우선점수와 매트릭스, 상세 근거가 같은 기준으로 다시 구성됩니다. 이 점수는 정책을 자동 결정하는 값이 아니라 먼저 검토할 대상을 좁히는 보조 지표입니다.  </a:t>
            </a:r>
          </a:p>
          <a:p xmlns:a="http://schemas.openxmlformats.org/drawingml/2006/main">
            <a:r>
              <a:t>긴급 민원 처리에서는 제안의 상세 본문과 공식 원문을 확인하고, 건강팀이 주관 1순위인지 어떤 팀이 2·3순위 협조 후보인지 구분해 볼 수 있습니다.  </a:t>
            </a:r>
          </a:p>
          <a:p xmlns:a="http://schemas.openxmlformats.org/drawingml/2006/main">
            <a:r>
              <a:t>새싹이도 건강팀 기준의 다음 업무를 안내합니다. 마지막으로 보고서 다운로드를 누르면 지금 선택한 범위로 브리핑 문서와 CSV를 만들 수 있습니다.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현재 데이터 정합성 검사와 빌드, 2단계 필터, 8개 화면 범위 연동은 확인했습니다.  </a:t>
            </a:r>
          </a:p>
          <a:p xmlns:a="http://schemas.openxmlformats.org/drawingml/2006/main">
            <a:r>
              <a:t>반면 업무시간 단축률, R&amp;R 추천의 실무 수용률, 결측치 복원 정밀도는 아직 실제 사용자 검증이 필요합니다.  </a:t>
            </a:r>
          </a:p>
          <a:p xmlns:a="http://schemas.openxmlformats.org/drawingml/2006/main">
            <a:r>
              <a:t>따라서 저희는 효과를 미리 확정하지 않고, 다음 단계에서 정책 담당자에게 동일 과업을 기존 방식과 UKKKK 방식으로 수행하게 해 시간, 오류, 수정 횟수, 만족도를 측정하겠습니다.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다음 단계는 데모를 운영형 도구로 전환하는 것입니다.  </a:t>
            </a:r>
          </a:p>
          <a:p xmlns:a="http://schemas.openxmlformats.org/drawingml/2006/main">
            <a:r>
              <a:t>먼저 정기 수집과 출처·버전 관리를 구축하고 상세 원문 확보율을 높이겠습니다. 다음으로 담당자 피드백을 정답셋으로 쌓아 R&amp;R과 결측치 복원의 정확도를 측정하겠습니다.  </a:t>
            </a:r>
          </a:p>
          <a:p xmlns:a="http://schemas.openxmlformats.org/drawingml/2006/main">
            <a:r>
              <a:t>마지막으로 대용량 데이터를 API와 데이터베이스로 분리하고, 권한·감사로그·개인정보 보호, 실제 PDF와 HWP 생성까지 연결하겠습니다.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UKKKK는 더 많은 숫자를 보여주는 대시보드가 아닙니다. 시민의 수요를 책임과 근거, 다음 조치로 연결하는 업무 도구입니다.  </a:t>
            </a:r>
          </a:p>
          <a:p xmlns:a="http://schemas.openxmlformats.org/drawingml/2006/main">
            <a:r>
              <a:t>모르는 것은 정직하게 표시하고, 근거는 연결하며, 최종 결정은 담당자가 합니다. 감사합니다.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현재 분석 엔진은 감독학습 정답 예측이 아니라 NLP·규칙·가중치 기반 분류, 군집, 우선순위, R&amp;R 후보 추천 구조입니다. 가중치와 임계값은 운영 규칙이며 검증된 정확도 수치로 제시하지 않습니다.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로드맵에서 요구한 시스템 기획·PRD, 데이터분석 정의서, 발표 대본, 프론트엔드, 데이터 검사, 배포 산출물을 실제 파일 경로 기준으로 정리했습니다.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93d79d4104d4c8e" /></Relationships>
</file>

<file path=ppt/slideLayouts/slideLayout1.xml><?xml version="1.0" encoding="utf-8"?>
<p:sldLayout xmlns:p="http://schemas.openxmlformats.org/presentationml/2006/main" preserve="1">
  <p:cSld name="DEFAULT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7db2934386143bf" /><Relationship Type="http://schemas.openxmlformats.org/officeDocument/2006/relationships/slideLayout" Target="/ppt/slideLayouts/slideLayout1.xml" Id="Rb034c22f38c44800" /></Relationships>
</file>

<file path=ppt/slideMasters/slideMaster1.xml><?xml version="1.0" encoding="utf-8"?>
<p:sldMaster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034c22f38c44800"/>
  </p:sldLayoutIdLst>
  <p:hf sldNum="0" hdr="0" ftr="0" dt="0"/>
  <p:txStyles>
    <p:titleStyle>
      <a:lvl1pPr xmlns:a="http://schemas.openxmlformats.org/drawingml/2006/main" algn="ctr" defTabSz="9144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342900" indent="-342900" algn="l" defTabSz="9144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 defTabSz="9144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ae9f031561742d8" /><Relationship Type="http://schemas.openxmlformats.org/officeDocument/2006/relationships/image" Target="/ppt/media/image.png" Id="R9d21aa8ecd9d4819" /><Relationship Type="http://schemas.openxmlformats.org/officeDocument/2006/relationships/image" Target="/ppt/media/image2.png" Id="Rc58ee6bb6da944ba" /><Relationship Type="http://schemas.openxmlformats.org/officeDocument/2006/relationships/notesSlide" Target="/ppt/notesSlides/notesSlide1.xml" Id="R90749c5bf0a44c3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276a1e852924117" /><Relationship Type="http://schemas.openxmlformats.org/officeDocument/2006/relationships/image" Target="/ppt/media/image3.png" Id="R9ab98c9d2b0b495c" /><Relationship Type="http://schemas.openxmlformats.org/officeDocument/2006/relationships/notesSlide" Target="/ppt/notesSlides/notesSlide2.xml" Id="R6970231fa1f4475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60a39c8316a4013" /><Relationship Type="http://schemas.openxmlformats.org/officeDocument/2006/relationships/image" Target="/ppt/media/image4.png" Id="Rfc810c7c356843a8" /><Relationship Type="http://schemas.openxmlformats.org/officeDocument/2006/relationships/notesSlide" Target="/ppt/notesSlides/notesSlide3.xml" Id="R6c5a6e2b455d4d8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f3d905bd87147fe" /><Relationship Type="http://schemas.openxmlformats.org/officeDocument/2006/relationships/image" Target="/ppt/media/image3.png" Id="Rd828bf3911144ddd" /><Relationship Type="http://schemas.openxmlformats.org/officeDocument/2006/relationships/notesSlide" Target="/ppt/notesSlides/notesSlide4.xml" Id="R7357dff7fd414a3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8d8579ca0a9441a" /><Relationship Type="http://schemas.openxmlformats.org/officeDocument/2006/relationships/image" Target="/ppt/media/image5.png" Id="Rdbf791167b00470f" /><Relationship Type="http://schemas.openxmlformats.org/officeDocument/2006/relationships/notesSlide" Target="/ppt/notesSlides/notesSlide5.xml" Id="R92b9c4078a72476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9c3ea7810914321" /><Relationship Type="http://schemas.openxmlformats.org/officeDocument/2006/relationships/image" Target="/ppt/media/image6.png" Id="Rad080a08a2e6469d" /><Relationship Type="http://schemas.openxmlformats.org/officeDocument/2006/relationships/image" Target="/ppt/media/image7.png" Id="R2a84a76e76884a2f" /><Relationship Type="http://schemas.openxmlformats.org/officeDocument/2006/relationships/notesSlide" Target="/ppt/notesSlides/notesSlide6.xml" Id="R2efeb7001bd54820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97d5c2c5abd4783" /><Relationship Type="http://schemas.openxmlformats.org/officeDocument/2006/relationships/image" Target="/ppt/media/image8.png" Id="R88917dd4694a42b3" /><Relationship Type="http://schemas.openxmlformats.org/officeDocument/2006/relationships/image" Target="/ppt/media/image9.png" Id="R80b68325830644fd" /><Relationship Type="http://schemas.openxmlformats.org/officeDocument/2006/relationships/notesSlide" Target="/ppt/notesSlides/notesSlide7.xml" Id="R2e4a564405624765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322ff30ce23449e" /><Relationship Type="http://schemas.openxmlformats.org/officeDocument/2006/relationships/image" Target="/ppt/media/image10.png" Id="Rc8095140bd8e4576" /><Relationship Type="http://schemas.openxmlformats.org/officeDocument/2006/relationships/notesSlide" Target="/ppt/notesSlides/notesSlide8.xml" Id="Rf26583239b5a4740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48dcf8ae7d347f8" /><Relationship Type="http://schemas.openxmlformats.org/officeDocument/2006/relationships/image" Target="/ppt/media/image10.png" Id="R67dba4845c2c404a" /><Relationship Type="http://schemas.openxmlformats.org/officeDocument/2006/relationships/notesSlide" Target="/ppt/notesSlides/notesSlide9.xml" Id="Rf1d82a07189247e9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54168ea4462443f" /><Relationship Type="http://schemas.openxmlformats.org/officeDocument/2006/relationships/image" Target="/ppt/media/image6.png" Id="Rc2b521d35a0f4a6a" /><Relationship Type="http://schemas.openxmlformats.org/officeDocument/2006/relationships/image" Target="/ppt/media/image7.png" Id="R86c532239b5f44c2" /><Relationship Type="http://schemas.openxmlformats.org/officeDocument/2006/relationships/notesSlide" Target="/ppt/notesSlides/notesSlide10.xml" Id="R5a46977a947e42e1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0b300ca8b0e4ef9" /><Relationship Type="http://schemas.openxmlformats.org/officeDocument/2006/relationships/image" Target="/ppt/media/image11.png" Id="Rc1284a177c8b4f6d" /><Relationship Type="http://schemas.openxmlformats.org/officeDocument/2006/relationships/notesSlide" Target="/ppt/notesSlides/notesSlide11.xml" Id="Rfdf321d7a1924ad7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b9c563676924e55" /><Relationship Type="http://schemas.openxmlformats.org/officeDocument/2006/relationships/image" Target="/ppt/media/image4.png" Id="Re6422284af2c4bb0" /><Relationship Type="http://schemas.openxmlformats.org/officeDocument/2006/relationships/notesSlide" Target="/ppt/notesSlides/notesSlide12.xml" Id="Refa0078f0665421d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8ba8baac64e425d" /><Relationship Type="http://schemas.openxmlformats.org/officeDocument/2006/relationships/image" Target="/ppt/media/image12.png" Id="Rdeea0e4ec0474226" /><Relationship Type="http://schemas.openxmlformats.org/officeDocument/2006/relationships/image" Target="/ppt/media/image13.png" Id="R118f7978320e4d31" /><Relationship Type="http://schemas.openxmlformats.org/officeDocument/2006/relationships/hyperlink" Target="https://ukkkk-two.vercel.app/" TargetMode="External" Id="R5c0075a9116c4067" /><Relationship Type="http://schemas.openxmlformats.org/officeDocument/2006/relationships/notesSlide" Target="/ppt/notesSlides/notesSlide13.xml" Id="R5e16affa4e3840f9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a58dd0e803b4928" /><Relationship Type="http://schemas.openxmlformats.org/officeDocument/2006/relationships/image" Target="/ppt/media/image14.png" Id="R7d305fa39a79480a" /><Relationship Type="http://schemas.openxmlformats.org/officeDocument/2006/relationships/notesSlide" Target="/ppt/notesSlides/notesSlide14.xml" Id="Rba028c67d0d34d4c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d1ee8c067954d5d" /><Relationship Type="http://schemas.openxmlformats.org/officeDocument/2006/relationships/image" Target="/ppt/media/image15.png" Id="R9c210acc738b415d" /><Relationship Type="http://schemas.openxmlformats.org/officeDocument/2006/relationships/notesSlide" Target="/ppt/notesSlides/notesSlide15.xml" Id="R963729edaec44007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088b5948a64447c" /><Relationship Type="http://schemas.openxmlformats.org/officeDocument/2006/relationships/image" Target="/ppt/media/image16.png" Id="R9e4b465f78ca45a9" /><Relationship Type="http://schemas.openxmlformats.org/officeDocument/2006/relationships/notesSlide" Target="/ppt/notesSlides/notesSlide16.xml" Id="R1824d6e5a2834cbe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98bfc2b1de548c4" /><Relationship Type="http://schemas.openxmlformats.org/officeDocument/2006/relationships/image" Target="/ppt/media/image17.png" Id="R624504d746ba44d9" /><Relationship Type="http://schemas.openxmlformats.org/officeDocument/2006/relationships/notesSlide" Target="/ppt/notesSlides/notesSlide17.xml" Id="R2e21950df4a94b5b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054e04773654b09" /><Relationship Type="http://schemas.openxmlformats.org/officeDocument/2006/relationships/image" Target="/ppt/media/image17.png" Id="R01ce8b5380434ebb" /><Relationship Type="http://schemas.openxmlformats.org/officeDocument/2006/relationships/notesSlide" Target="/ppt/notesSlides/notesSlide18.xml" Id="R813301af269642fb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E807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428F5466-C2C7-4651-88CC-CAD43D62A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00800"/>
            <a:ext cx="1219169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6BE"/>
          </a:solidFill>
        </p:spPr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2141DD26-F233-408D-A8BE-E38F4A0E3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00800"/>
            <a:ext cx="12191695" cy="320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A"/>
          </a:solidFill>
        </p:spPr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4FAF8468-8EC9-4219-AB1F-69C61F4E7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16" y="6483096"/>
            <a:ext cx="1051560" cy="2926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6BE"/>
          </a:solidFill>
          <a:ln xmlns:a="http://schemas.openxmlformats.org/drawingml/2006/main" w="12700">
            <a:solidFill>
              <a:srgbClr val="6B6B66"/>
            </a:solidFill>
            <a:prstDash val="solid"/>
          </a:ln>
        </p:spPr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F1D7A79C-EAFA-4E09-9C39-F1A084279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16" y="6483096"/>
            <a:ext cx="1051560" cy="274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A"/>
          </a:solidFill>
        </p:spPr>
      </p:sp>
      <p:pic>
        <p:nvPicPr>
          <p:cNvPr id="42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d21aa8ecd9d481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01168" y="6510528"/>
            <a:ext cx="237744" cy="237744"/>
          </a:xfrm>
          <a:prstGeom xmlns:a="http://schemas.openxmlformats.org/drawingml/2006/main" prst="rect">
            <a:avLst/>
          </a:prstGeom>
        </p:spPr>
      </p:pic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75D03BEF-8EE0-493C-8BAD-C7483F985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3096"/>
            <a:ext cx="6858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1B2340"/>
                </a:solidFill>
                <a:latin typeface="Malgun Gothic"/>
                <a:ea typeface="Malgun Gothic"/>
                <a:cs typeface="Malgun Gothic"/>
              </a:rPr>
              <a:t>시작</a:t>
            </a:r>
          </a:p>
        </p:txBody>
      </p:sp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6F87B268-1561-40AE-802E-EF5C97FAE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1360" y="6492240"/>
            <a:ext cx="1170432" cy="2743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6CE"/>
          </a:solidFill>
          <a:ln xmlns:a="http://schemas.openxmlformats.org/drawingml/2006/main" w="9525">
            <a:solidFill>
              <a:srgbClr val="6B6B66"/>
            </a:solidFill>
            <a:prstDash val="solid"/>
          </a:ln>
        </p:spPr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D20E065A-0757-4BBD-87F1-37411C745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1360" y="6492240"/>
            <a:ext cx="1170432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>
                <a:solidFill>
                  <a:srgbClr val="1B2340"/>
                </a:solidFill>
                <a:latin typeface="Calibri"/>
                <a:ea typeface="Calibri"/>
                <a:cs typeface="Calibri"/>
              </a:rPr>
              <a:t>UKKKK.exe</a:t>
            </a:r>
          </a:p>
        </p:txBody>
      </p:sp>
      <p:sp>
        <p:nvSpPr>
          <p:cNvPr id="10" name="Shape 7">
            <a:extLst xmlns:a="http://schemas.openxmlformats.org/drawingml/2006/main">
              <a:ext uri="{FF2B5EF4-FFF2-40B4-BE49-F238E27FC236}">
                <a16:creationId xmlns:a16="http://schemas.microsoft.com/office/drawing/2014/main" id="{D0BDCF98-5C93-4534-B1CD-6E84855B9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896" y="219456"/>
            <a:ext cx="11567160" cy="59984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2225">
            <a:solidFill>
              <a:srgbClr val="1B2340"/>
            </a:solidFill>
            <a:prstDash val="solid"/>
          </a:ln>
          <a:effectLst xmlns:a="http://schemas.openxmlformats.org/drawingml/2006/main">
            <a:outerShdw blurRad="88900" dist="50800" dir="5400000" sx="100000" sy="100000" kx="0" ky="0" algn="bl" rotWithShape="0">
              <a:srgbClr val="05433D">
                <a:alpha val="40000"/>
              </a:srgbClr>
            </a:outerShdw>
          </a:effectLst>
        </p:spPr>
      </p:sp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FB86C6B5-623F-4D92-BA50-E559DEDF4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328" y="246888"/>
            <a:ext cx="11512296" cy="228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</p:sp>
      <p:sp>
        <p:nvSpPr>
          <p:cNvPr id="12" name="Shape 9">
            <a:extLst xmlns:a="http://schemas.openxmlformats.org/drawingml/2006/main">
              <a:ext uri="{FF2B5EF4-FFF2-40B4-BE49-F238E27FC236}">
                <a16:creationId xmlns:a16="http://schemas.microsoft.com/office/drawing/2014/main" id="{68035B35-B554-4559-8366-255D94770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896" y="219456"/>
            <a:ext cx="1156716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4ABF"/>
          </a:solidFill>
        </p:spPr>
      </p:sp>
      <p:pic>
        <p:nvPicPr>
          <p:cNvPr id="49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d21aa8ecd9d481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38912" y="292608"/>
            <a:ext cx="310896" cy="310896"/>
          </a:xfrm>
          <a:prstGeom xmlns:a="http://schemas.openxmlformats.org/drawingml/2006/main" prst="rect">
            <a:avLst/>
          </a:prstGeom>
        </p:spPr>
      </p:pic>
      <p:sp>
        <p:nvSpPr>
          <p:cNvPr id="14" name="Text 10">
            <a:extLst xmlns:a="http://schemas.openxmlformats.org/drawingml/2006/main">
              <a:ext uri="{FF2B5EF4-FFF2-40B4-BE49-F238E27FC236}">
                <a16:creationId xmlns:a16="http://schemas.microsoft.com/office/drawing/2014/main" id="{CC2BFA5A-83BD-484E-A89C-1CB41B27A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219456"/>
            <a:ext cx="932688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새싹이 오피스 길잡이   —   UKKKK 2차 발표</a:t>
            </a:r>
          </a:p>
        </p:txBody>
      </p:sp>
      <p:sp>
        <p:nvSpPr>
          <p:cNvPr id="15" name="Shape 11">
            <a:extLst xmlns:a="http://schemas.openxmlformats.org/drawingml/2006/main">
              <a:ext uri="{FF2B5EF4-FFF2-40B4-BE49-F238E27FC236}">
                <a16:creationId xmlns:a16="http://schemas.microsoft.com/office/drawing/2014/main" id="{DF820B7D-BD32-4464-BD26-0F546EEE2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3928" y="320040"/>
            <a:ext cx="265176" cy="2560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6BE"/>
          </a:solidFill>
          <a:ln xmlns:a="http://schemas.openxmlformats.org/drawingml/2006/main" w="9525">
            <a:solidFill>
              <a:srgbClr val="6B6B66"/>
            </a:solidFill>
            <a:prstDash val="solid"/>
          </a:ln>
        </p:spPr>
      </p:sp>
      <p:sp>
        <p:nvSpPr>
          <p:cNvPr id="16" name="Shape 12">
            <a:extLst xmlns:a="http://schemas.openxmlformats.org/drawingml/2006/main">
              <a:ext uri="{FF2B5EF4-FFF2-40B4-BE49-F238E27FC236}">
                <a16:creationId xmlns:a16="http://schemas.microsoft.com/office/drawing/2014/main" id="{890194C8-BBB2-45E4-9DB3-4C05E3223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3928" y="320040"/>
            <a:ext cx="265176" cy="274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A"/>
          </a:solidFill>
        </p:spPr>
      </p:sp>
      <p:sp>
        <p:nvSpPr>
          <p:cNvPr id="17" name="Text 13">
            <a:extLst xmlns:a="http://schemas.openxmlformats.org/drawingml/2006/main">
              <a:ext uri="{FF2B5EF4-FFF2-40B4-BE49-F238E27FC236}">
                <a16:creationId xmlns:a16="http://schemas.microsoft.com/office/drawing/2014/main" id="{5C105082-997E-413F-AE34-E33FB3FA6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3928" y="320040"/>
            <a:ext cx="265176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>
                <a:solidFill>
                  <a:srgbClr val="1B2340"/>
                </a:solidFill>
              </a:rPr>
              <a:t>_</a:t>
            </a:r>
          </a:p>
        </p:txBody>
      </p:sp>
      <p:sp>
        <p:nvSpPr>
          <p:cNvPr id="18" name="Shape 14">
            <a:extLst xmlns:a="http://schemas.openxmlformats.org/drawingml/2006/main">
              <a:ext uri="{FF2B5EF4-FFF2-40B4-BE49-F238E27FC236}">
                <a16:creationId xmlns:a16="http://schemas.microsoft.com/office/drawing/2014/main" id="{EA4622C9-7831-4A66-90D7-51C637082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4824" y="320040"/>
            <a:ext cx="265176" cy="2560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6BE"/>
          </a:solidFill>
          <a:ln xmlns:a="http://schemas.openxmlformats.org/drawingml/2006/main" w="9525">
            <a:solidFill>
              <a:srgbClr val="6B6B66"/>
            </a:solidFill>
            <a:prstDash val="solid"/>
          </a:ln>
        </p:spPr>
      </p:sp>
      <p:sp>
        <p:nvSpPr>
          <p:cNvPr id="19" name="Shape 15">
            <a:extLst xmlns:a="http://schemas.openxmlformats.org/drawingml/2006/main">
              <a:ext uri="{FF2B5EF4-FFF2-40B4-BE49-F238E27FC236}">
                <a16:creationId xmlns:a16="http://schemas.microsoft.com/office/drawing/2014/main" id="{9A8A16C7-E10F-4698-BB93-FFFCBDCF5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4824" y="320040"/>
            <a:ext cx="265176" cy="274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A"/>
          </a:solidFill>
        </p:spPr>
      </p:sp>
      <p:sp>
        <p:nvSpPr>
          <p:cNvPr id="20" name="Text 16">
            <a:extLst xmlns:a="http://schemas.openxmlformats.org/drawingml/2006/main">
              <a:ext uri="{FF2B5EF4-FFF2-40B4-BE49-F238E27FC236}">
                <a16:creationId xmlns:a16="http://schemas.microsoft.com/office/drawing/2014/main" id="{41A1F09F-1404-4C8E-A666-B39B9AC8D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4824" y="320040"/>
            <a:ext cx="265176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>
                <a:solidFill>
                  <a:srgbClr val="1B2340"/>
                </a:solidFill>
              </a:rPr>
              <a:t>❑</a:t>
            </a:r>
          </a:p>
        </p:txBody>
      </p:sp>
      <p:sp>
        <p:nvSpPr>
          <p:cNvPr id="21" name="Shape 17">
            <a:extLst xmlns:a="http://schemas.openxmlformats.org/drawingml/2006/main">
              <a:ext uri="{FF2B5EF4-FFF2-40B4-BE49-F238E27FC236}">
                <a16:creationId xmlns:a16="http://schemas.microsoft.com/office/drawing/2014/main" id="{ACE9AD44-E399-44FC-AFBF-CB8220B4D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5720" y="320040"/>
            <a:ext cx="265176" cy="2560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6BE"/>
          </a:solidFill>
          <a:ln xmlns:a="http://schemas.openxmlformats.org/drawingml/2006/main" w="9525">
            <a:solidFill>
              <a:srgbClr val="6B6B66"/>
            </a:solidFill>
            <a:prstDash val="solid"/>
          </a:ln>
        </p:spPr>
      </p:sp>
      <p:sp>
        <p:nvSpPr>
          <p:cNvPr id="22" name="Shape 18">
            <a:extLst xmlns:a="http://schemas.openxmlformats.org/drawingml/2006/main">
              <a:ext uri="{FF2B5EF4-FFF2-40B4-BE49-F238E27FC236}">
                <a16:creationId xmlns:a16="http://schemas.microsoft.com/office/drawing/2014/main" id="{3FB8705F-087A-45E4-B953-C9A78889D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5720" y="320040"/>
            <a:ext cx="265176" cy="274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A"/>
          </a:solidFill>
        </p:spPr>
      </p:sp>
      <p:sp>
        <p:nvSpPr>
          <p:cNvPr id="23" name="Text 19">
            <a:extLst xmlns:a="http://schemas.openxmlformats.org/drawingml/2006/main">
              <a:ext uri="{FF2B5EF4-FFF2-40B4-BE49-F238E27FC236}">
                <a16:creationId xmlns:a16="http://schemas.microsoft.com/office/drawing/2014/main" id="{194F5969-B4C8-4D33-B15B-F66412108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5720" y="320040"/>
            <a:ext cx="265176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>
                <a:solidFill>
                  <a:srgbClr val="1B2340"/>
                </a:solidFill>
              </a:rPr>
              <a:t>✕</a:t>
            </a:r>
          </a:p>
        </p:txBody>
      </p:sp>
      <p:sp>
        <p:nvSpPr>
          <p:cNvPr id="24" name="Text 20">
            <a:extLst xmlns:a="http://schemas.openxmlformats.org/drawingml/2006/main">
              <a:ext uri="{FF2B5EF4-FFF2-40B4-BE49-F238E27FC236}">
                <a16:creationId xmlns:a16="http://schemas.microsoft.com/office/drawing/2014/main" id="{1C70DF73-A762-4C09-85E8-1BA534E35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874520"/>
            <a:ext cx="12191695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7C5CE0"/>
                </a:solidFill>
                <a:latin typeface="Calibri"/>
                <a:ea typeface="Calibri"/>
                <a:cs typeface="Calibri"/>
              </a:rPr>
              <a:t>SEOUL · DATA-DRIVEN MATERNITY &amp; CHILDCARE POLICY</a:t>
            </a:r>
          </a:p>
        </p:txBody>
      </p:sp>
      <p:sp>
        <p:nvSpPr>
          <p:cNvPr id="25" name="Text 21">
            <a:extLst xmlns:a="http://schemas.openxmlformats.org/drawingml/2006/main">
              <a:ext uri="{FF2B5EF4-FFF2-40B4-BE49-F238E27FC236}">
                <a16:creationId xmlns:a16="http://schemas.microsoft.com/office/drawing/2014/main" id="{6DB702F7-67F4-4DE4-810C-85786A905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240280"/>
            <a:ext cx="12191695" cy="1554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0" b="1">
                <a:solidFill>
                  <a:srgbClr val="1B2340"/>
                </a:solidFill>
                <a:latin typeface="Calibri"/>
                <a:ea typeface="Calibri"/>
                <a:cs typeface="Calibri"/>
              </a:rPr>
              <a:t>UKKKK</a:t>
            </a:r>
          </a:p>
        </p:txBody>
      </p:sp>
      <p:sp>
        <p:nvSpPr>
          <p:cNvPr id="26" name="Text 22">
            <a:extLst xmlns:a="http://schemas.openxmlformats.org/drawingml/2006/main">
              <a:ext uri="{FF2B5EF4-FFF2-40B4-BE49-F238E27FC236}">
                <a16:creationId xmlns:a16="http://schemas.microsoft.com/office/drawing/2014/main" id="{6A05B4D2-D912-41AA-A749-8DCAA6DE0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886200"/>
            <a:ext cx="12191695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000">
                <a:solidFill>
                  <a:srgbClr val="5C6684"/>
                </a:solidFill>
                <a:latin typeface="Malgun Gothic"/>
                <a:ea typeface="Malgun Gothic"/>
                <a:cs typeface="Malgun Gothic"/>
              </a:rPr>
              <a:t>시민 수요를 책임·근거·조치로 연결하는 정책 의사결정 지원 대시보드</a:t>
            </a:r>
          </a:p>
        </p:txBody>
      </p:sp>
      <p:sp>
        <p:nvSpPr>
          <p:cNvPr id="27" name="Text 23">
            <a:extLst xmlns:a="http://schemas.openxmlformats.org/drawingml/2006/main">
              <a:ext uri="{FF2B5EF4-FFF2-40B4-BE49-F238E27FC236}">
                <a16:creationId xmlns:a16="http://schemas.microsoft.com/office/drawing/2014/main" id="{9BE82982-7871-4B4E-875F-FAB44481A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297680"/>
            <a:ext cx="12191695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>
                <a:solidFill>
                  <a:srgbClr val="9AA3C7"/>
                </a:solidFill>
                <a:latin typeface="Calibri"/>
                <a:ea typeface="Calibri"/>
                <a:cs typeface="Calibri"/>
              </a:rPr>
              <a:t>Unified Key-Knowledge Kit for Kid · Human-in-the-loop MVP</a:t>
            </a:r>
          </a:p>
        </p:txBody>
      </p:sp>
      <p:sp>
        <p:nvSpPr>
          <p:cNvPr id="28" name="Shape 24">
            <a:extLst xmlns:a="http://schemas.openxmlformats.org/drawingml/2006/main">
              <a:ext uri="{FF2B5EF4-FFF2-40B4-BE49-F238E27FC236}">
                <a16:creationId xmlns:a16="http://schemas.microsoft.com/office/drawing/2014/main" id="{44E7ABE1-21A9-43ED-A7C8-39F3AE156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648" y="4590288"/>
            <a:ext cx="3200400" cy="6035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6BE"/>
          </a:solidFill>
          <a:ln xmlns:a="http://schemas.openxmlformats.org/drawingml/2006/main" w="15875">
            <a:solidFill>
              <a:srgbClr val="6B6B66"/>
            </a:solidFill>
            <a:prstDash val="solid"/>
          </a:ln>
        </p:spPr>
      </p:sp>
      <p:sp>
        <p:nvSpPr>
          <p:cNvPr id="29" name="Shape 25">
            <a:extLst xmlns:a="http://schemas.openxmlformats.org/drawingml/2006/main">
              <a:ext uri="{FF2B5EF4-FFF2-40B4-BE49-F238E27FC236}">
                <a16:creationId xmlns:a16="http://schemas.microsoft.com/office/drawing/2014/main" id="{FE9A7014-B0DD-4B30-A6AC-5FEF6ED07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648" y="4590288"/>
            <a:ext cx="3200400" cy="457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A"/>
          </a:solidFill>
        </p:spPr>
      </p:sp>
      <p:sp>
        <p:nvSpPr>
          <p:cNvPr id="30" name="Shape 26">
            <a:extLst xmlns:a="http://schemas.openxmlformats.org/drawingml/2006/main">
              <a:ext uri="{FF2B5EF4-FFF2-40B4-BE49-F238E27FC236}">
                <a16:creationId xmlns:a16="http://schemas.microsoft.com/office/drawing/2014/main" id="{3176C0E5-89C9-41DA-B7F9-B2CAA50BB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648" y="4590288"/>
            <a:ext cx="45720" cy="6035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A"/>
          </a:solidFill>
        </p:spPr>
      </p:sp>
      <p:sp>
        <p:nvSpPr>
          <p:cNvPr id="31" name="Text 27">
            <a:extLst xmlns:a="http://schemas.openxmlformats.org/drawingml/2006/main">
              <a:ext uri="{FF2B5EF4-FFF2-40B4-BE49-F238E27FC236}">
                <a16:creationId xmlns:a16="http://schemas.microsoft.com/office/drawing/2014/main" id="{70842DD3-1973-4B17-A992-E9C4E7760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648" y="4590288"/>
            <a:ext cx="3200400" cy="6035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700" b="1">
                <a:solidFill>
                  <a:srgbClr val="1B2340"/>
                </a:solidFill>
                <a:latin typeface="Malgun Gothic"/>
                <a:ea typeface="Malgun Gothic"/>
                <a:cs typeface="Malgun Gothic"/>
              </a:rPr>
              <a:t>▶  2차 발표 시작</a:t>
            </a:r>
          </a:p>
        </p:txBody>
      </p:sp>
      <p:pic>
        <p:nvPicPr>
          <p:cNvPr id="68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58ee6bb6da944ba"/>
          <a:stretch xmlns:a="http://schemas.openxmlformats.org/drawingml/2006/main"/>
        </p:blipFill>
        <p:spPr>
          <a:xfrm xmlns:a="http://schemas.openxmlformats.org/drawingml/2006/main">
            <a:off x="362346" y="4686300"/>
            <a:ext cx="1304132" cy="1619250"/>
          </a:xfrm>
          <a:prstGeom xmlns:a="http://schemas.openxmlformats.org/drawingml/2006/main" prst="rect">
            <a:avLst/>
          </a:prstGeom>
        </p:spPr>
      </p:pic>
      <p:sp>
        <p:nvSpPr>
          <p:cNvPr id="33" name="Shape 28">
            <a:extLst xmlns:a="http://schemas.openxmlformats.org/drawingml/2006/main">
              <a:ext uri="{FF2B5EF4-FFF2-40B4-BE49-F238E27FC236}">
                <a16:creationId xmlns:a16="http://schemas.microsoft.com/office/drawing/2014/main" id="{8E1402FC-FAC7-4886-BC93-103EDC596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7048" y="5230368"/>
            <a:ext cx="4192524" cy="6766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FBE6"/>
          </a:solidFill>
          <a:ln xmlns:a="http://schemas.openxmlformats.org/drawingml/2006/main" w="22225">
            <a:solidFill>
              <a:srgbClr val="111111"/>
            </a:solidFill>
            <a:prstDash val="solid"/>
          </a:ln>
          <a:effectLst xmlns:a="http://schemas.openxmlformats.org/drawingml/2006/main">
            <a:outerShdw blurRad="25400" dist="25400" dir="5400000" sx="100000" sy="100000" kx="0" ky="0" algn="bl" rotWithShape="0">
              <a:srgbClr val="444444">
                <a:alpha val="35000"/>
              </a:srgbClr>
            </a:outerShdw>
          </a:effectLst>
        </p:spPr>
      </p:sp>
      <p:sp>
        <p:nvSpPr>
          <p:cNvPr id="34" name="Text 29">
            <a:extLst xmlns:a="http://schemas.openxmlformats.org/drawingml/2006/main">
              <a:ext uri="{FF2B5EF4-FFF2-40B4-BE49-F238E27FC236}">
                <a16:creationId xmlns:a16="http://schemas.microsoft.com/office/drawing/2014/main" id="{BAFF73D9-34B4-48DB-A897-C7DE69301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8488" y="5230368"/>
            <a:ext cx="4009644" cy="6766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50" b="1">
                <a:solidFill>
                  <a:srgbClr val="1A2340"/>
                </a:solidFill>
                <a:latin typeface="Malgun Gothic"/>
                <a:ea typeface="Malgun Gothic"/>
                <a:cs typeface="Malgun Gothic"/>
              </a:rPr>
              <a:t>모르는 값은 표시하고, 결정은 사람이 합니다</a:t>
            </a:r>
          </a:p>
        </p:txBody>
      </p:sp>
    </p:spTree>
    <p:extLst>
      <p:ext uri="{BB962C8B-B14F-4D97-AF65-F5344CB8AC3E}">
        <p14:creationId xmlns:p14="http://schemas.microsoft.com/office/powerpoint/2010/main" val="5412915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E807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110CEED8-6C09-4FB4-B857-9C8B43917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00800"/>
            <a:ext cx="1219169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6BE"/>
          </a:solidFill>
        </p:spPr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AA0E26A1-FCB9-4863-9BA6-D7B57D23C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00800"/>
            <a:ext cx="12191695" cy="320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A"/>
          </a:solidFill>
        </p:spPr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5AB58862-61DD-43B1-8B3E-621853063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16" y="6483096"/>
            <a:ext cx="1051560" cy="2926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6BE"/>
          </a:solidFill>
          <a:ln xmlns:a="http://schemas.openxmlformats.org/drawingml/2006/main" w="12700">
            <a:solidFill>
              <a:srgbClr val="6B6B66"/>
            </a:solidFill>
            <a:prstDash val="solid"/>
          </a:ln>
        </p:spPr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F94042FB-F43F-49F5-8E20-7EF1E127F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16" y="6483096"/>
            <a:ext cx="1051560" cy="274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A"/>
          </a:solidFill>
        </p:spPr>
      </p:sp>
      <p:pic>
        <p:nvPicPr>
          <p:cNvPr id="40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ab98c9d2b0b495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01168" y="6510528"/>
            <a:ext cx="237744" cy="237744"/>
          </a:xfrm>
          <a:prstGeom xmlns:a="http://schemas.openxmlformats.org/drawingml/2006/main" prst="rect">
            <a:avLst/>
          </a:prstGeom>
        </p:spPr>
      </p:pic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F01B6C90-B846-44F6-89CA-4A6ED2C3B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3096"/>
            <a:ext cx="6858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1B2340"/>
                </a:solidFill>
                <a:latin typeface="Malgun Gothic"/>
                <a:ea typeface="Malgun Gothic"/>
                <a:cs typeface="Malgun Gothic"/>
              </a:rPr>
              <a:t>시작</a:t>
            </a:r>
          </a:p>
        </p:txBody>
      </p:sp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335E495D-F210-4157-B098-D1CE642F2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1360" y="6492240"/>
            <a:ext cx="1170432" cy="2743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6CE"/>
          </a:solidFill>
          <a:ln xmlns:a="http://schemas.openxmlformats.org/drawingml/2006/main" w="9525">
            <a:solidFill>
              <a:srgbClr val="6B6B66"/>
            </a:solidFill>
            <a:prstDash val="solid"/>
          </a:ln>
        </p:spPr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7002467D-1E97-447B-B7A6-39F366A5B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1360" y="6492240"/>
            <a:ext cx="1170432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>
                <a:solidFill>
                  <a:srgbClr val="1B2340"/>
                </a:solidFill>
                <a:latin typeface="Calibri"/>
                <a:ea typeface="Calibri"/>
                <a:cs typeface="Calibri"/>
              </a:rPr>
              <a:t>UKKKK.exe</a:t>
            </a:r>
          </a:p>
        </p:txBody>
      </p:sp>
      <p:sp>
        <p:nvSpPr>
          <p:cNvPr id="10" name="Shape 7">
            <a:extLst xmlns:a="http://schemas.openxmlformats.org/drawingml/2006/main">
              <a:ext uri="{FF2B5EF4-FFF2-40B4-BE49-F238E27FC236}">
                <a16:creationId xmlns:a16="http://schemas.microsoft.com/office/drawing/2014/main" id="{619E92B9-34AF-44E5-937B-FB892D8E9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896" y="219456"/>
            <a:ext cx="11567160" cy="59984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2225">
            <a:solidFill>
              <a:srgbClr val="1B2340"/>
            </a:solidFill>
            <a:prstDash val="solid"/>
          </a:ln>
          <a:effectLst xmlns:a="http://schemas.openxmlformats.org/drawingml/2006/main">
            <a:outerShdw blurRad="88900" dist="50800" dir="5400000" sx="100000" sy="100000" kx="0" ky="0" algn="bl" rotWithShape="0">
              <a:srgbClr val="05433D">
                <a:alpha val="40000"/>
              </a:srgbClr>
            </a:outerShdw>
          </a:effectLst>
        </p:spPr>
      </p:sp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B3CC2200-B718-4CD8-8227-E09300719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328" y="246888"/>
            <a:ext cx="11512296" cy="228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</p:sp>
      <p:sp>
        <p:nvSpPr>
          <p:cNvPr id="12" name="Shape 9">
            <a:extLst xmlns:a="http://schemas.openxmlformats.org/drawingml/2006/main">
              <a:ext uri="{FF2B5EF4-FFF2-40B4-BE49-F238E27FC236}">
                <a16:creationId xmlns:a16="http://schemas.microsoft.com/office/drawing/2014/main" id="{318A3382-8BFF-45AB-B611-962717148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896" y="219456"/>
            <a:ext cx="1156716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4ABF"/>
          </a:solidFill>
        </p:spPr>
      </p:sp>
      <p:pic>
        <p:nvPicPr>
          <p:cNvPr id="47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ab98c9d2b0b495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38912" y="292608"/>
            <a:ext cx="310896" cy="310896"/>
          </a:xfrm>
          <a:prstGeom xmlns:a="http://schemas.openxmlformats.org/drawingml/2006/main" prst="rect">
            <a:avLst/>
          </a:prstGeom>
        </p:spPr>
      </p:pic>
      <p:sp>
        <p:nvSpPr>
          <p:cNvPr id="14" name="Text 10">
            <a:extLst xmlns:a="http://schemas.openxmlformats.org/drawingml/2006/main">
              <a:ext uri="{FF2B5EF4-FFF2-40B4-BE49-F238E27FC236}">
                <a16:creationId xmlns:a16="http://schemas.microsoft.com/office/drawing/2014/main" id="{A02E6B78-4B60-4E79-8F49-8F0EC25C3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219456"/>
            <a:ext cx="932688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새싹이 오피스 길잡이   —   1 · 페르소나</a:t>
            </a:r>
          </a:p>
        </p:txBody>
      </p:sp>
      <p:sp>
        <p:nvSpPr>
          <p:cNvPr id="15" name="Shape 11">
            <a:extLst xmlns:a="http://schemas.openxmlformats.org/drawingml/2006/main">
              <a:ext uri="{FF2B5EF4-FFF2-40B4-BE49-F238E27FC236}">
                <a16:creationId xmlns:a16="http://schemas.microsoft.com/office/drawing/2014/main" id="{A3BC71F7-169F-4883-AB56-E90D242FC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3928" y="320040"/>
            <a:ext cx="265176" cy="2560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6BE"/>
          </a:solidFill>
          <a:ln xmlns:a="http://schemas.openxmlformats.org/drawingml/2006/main" w="9525">
            <a:solidFill>
              <a:srgbClr val="6B6B66"/>
            </a:solidFill>
            <a:prstDash val="solid"/>
          </a:ln>
        </p:spPr>
      </p:sp>
      <p:sp>
        <p:nvSpPr>
          <p:cNvPr id="16" name="Shape 12">
            <a:extLst xmlns:a="http://schemas.openxmlformats.org/drawingml/2006/main">
              <a:ext uri="{FF2B5EF4-FFF2-40B4-BE49-F238E27FC236}">
                <a16:creationId xmlns:a16="http://schemas.microsoft.com/office/drawing/2014/main" id="{1B4A5B94-B0F6-4C8F-984D-D59BCA672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3928" y="320040"/>
            <a:ext cx="265176" cy="274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A"/>
          </a:solidFill>
        </p:spPr>
      </p:sp>
      <p:sp>
        <p:nvSpPr>
          <p:cNvPr id="17" name="Text 13">
            <a:extLst xmlns:a="http://schemas.openxmlformats.org/drawingml/2006/main">
              <a:ext uri="{FF2B5EF4-FFF2-40B4-BE49-F238E27FC236}">
                <a16:creationId xmlns:a16="http://schemas.microsoft.com/office/drawing/2014/main" id="{6BB10564-D750-4CED-A9B4-19DC17A52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3928" y="320040"/>
            <a:ext cx="265176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>
                <a:solidFill>
                  <a:srgbClr val="1B2340"/>
                </a:solidFill>
              </a:rPr>
              <a:t>_</a:t>
            </a:r>
          </a:p>
        </p:txBody>
      </p:sp>
      <p:sp>
        <p:nvSpPr>
          <p:cNvPr id="18" name="Shape 14">
            <a:extLst xmlns:a="http://schemas.openxmlformats.org/drawingml/2006/main">
              <a:ext uri="{FF2B5EF4-FFF2-40B4-BE49-F238E27FC236}">
                <a16:creationId xmlns:a16="http://schemas.microsoft.com/office/drawing/2014/main" id="{726B8E63-1349-48BA-B9AB-3A80B0775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4824" y="320040"/>
            <a:ext cx="265176" cy="2560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6BE"/>
          </a:solidFill>
          <a:ln xmlns:a="http://schemas.openxmlformats.org/drawingml/2006/main" w="9525">
            <a:solidFill>
              <a:srgbClr val="6B6B66"/>
            </a:solidFill>
            <a:prstDash val="solid"/>
          </a:ln>
        </p:spPr>
      </p:sp>
      <p:sp>
        <p:nvSpPr>
          <p:cNvPr id="19" name="Shape 15">
            <a:extLst xmlns:a="http://schemas.openxmlformats.org/drawingml/2006/main">
              <a:ext uri="{FF2B5EF4-FFF2-40B4-BE49-F238E27FC236}">
                <a16:creationId xmlns:a16="http://schemas.microsoft.com/office/drawing/2014/main" id="{D6A577EC-D88F-454D-9932-1FD9FC92F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4824" y="320040"/>
            <a:ext cx="265176" cy="274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A"/>
          </a:solidFill>
        </p:spPr>
      </p:sp>
      <p:sp>
        <p:nvSpPr>
          <p:cNvPr id="20" name="Text 16">
            <a:extLst xmlns:a="http://schemas.openxmlformats.org/drawingml/2006/main">
              <a:ext uri="{FF2B5EF4-FFF2-40B4-BE49-F238E27FC236}">
                <a16:creationId xmlns:a16="http://schemas.microsoft.com/office/drawing/2014/main" id="{2BDD8A20-1567-4312-B173-E62C87118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4824" y="320040"/>
            <a:ext cx="265176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>
                <a:solidFill>
                  <a:srgbClr val="1B2340"/>
                </a:solidFill>
              </a:rPr>
              <a:t>❑</a:t>
            </a:r>
          </a:p>
        </p:txBody>
      </p:sp>
      <p:sp>
        <p:nvSpPr>
          <p:cNvPr id="21" name="Shape 17">
            <a:extLst xmlns:a="http://schemas.openxmlformats.org/drawingml/2006/main">
              <a:ext uri="{FF2B5EF4-FFF2-40B4-BE49-F238E27FC236}">
                <a16:creationId xmlns:a16="http://schemas.microsoft.com/office/drawing/2014/main" id="{B198589F-8B90-40A1-A628-5295CD8F8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5720" y="320040"/>
            <a:ext cx="265176" cy="2560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6BE"/>
          </a:solidFill>
          <a:ln xmlns:a="http://schemas.openxmlformats.org/drawingml/2006/main" w="9525">
            <a:solidFill>
              <a:srgbClr val="6B6B66"/>
            </a:solidFill>
            <a:prstDash val="solid"/>
          </a:ln>
        </p:spPr>
      </p:sp>
      <p:sp>
        <p:nvSpPr>
          <p:cNvPr id="22" name="Shape 18">
            <a:extLst xmlns:a="http://schemas.openxmlformats.org/drawingml/2006/main">
              <a:ext uri="{FF2B5EF4-FFF2-40B4-BE49-F238E27FC236}">
                <a16:creationId xmlns:a16="http://schemas.microsoft.com/office/drawing/2014/main" id="{AC3062D3-ED78-491D-89EC-D2A0ACB41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5720" y="320040"/>
            <a:ext cx="265176" cy="274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A"/>
          </a:solidFill>
        </p:spPr>
      </p:sp>
      <p:sp>
        <p:nvSpPr>
          <p:cNvPr id="23" name="Text 19">
            <a:extLst xmlns:a="http://schemas.openxmlformats.org/drawingml/2006/main">
              <a:ext uri="{FF2B5EF4-FFF2-40B4-BE49-F238E27FC236}">
                <a16:creationId xmlns:a16="http://schemas.microsoft.com/office/drawing/2014/main" id="{FD6F6370-A145-46D0-8FFD-EDF791285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5720" y="320040"/>
            <a:ext cx="265176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>
                <a:solidFill>
                  <a:srgbClr val="1B2340"/>
                </a:solidFill>
              </a:rPr>
              <a:t>✕</a:t>
            </a:r>
          </a:p>
        </p:txBody>
      </p:sp>
      <p:sp>
        <p:nvSpPr>
          <p:cNvPr id="24" name="Text 20">
            <a:extLst xmlns:a="http://schemas.openxmlformats.org/drawingml/2006/main">
              <a:ext uri="{FF2B5EF4-FFF2-40B4-BE49-F238E27FC236}">
                <a16:creationId xmlns:a16="http://schemas.microsoft.com/office/drawing/2014/main" id="{A6CCE3D6-07DE-4C28-B386-2669C9BAA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371600"/>
            <a:ext cx="12191695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b="1">
                <a:solidFill>
                  <a:srgbClr val="7C5CE0"/>
                </a:solidFill>
                <a:latin typeface="Malgun Gothic"/>
                <a:ea typeface="Malgun Gothic"/>
                <a:cs typeface="Malgun Gothic"/>
              </a:rPr>
              <a:t>가상 페르소나 · 신규 정책담당 김서현</a:t>
            </a:r>
          </a:p>
        </p:txBody>
      </p:sp>
      <p:sp>
        <p:nvSpPr>
          <p:cNvPr id="25" name="Text 21">
            <a:extLst xmlns:a="http://schemas.openxmlformats.org/drawingml/2006/main">
              <a:ext uri="{FF2B5EF4-FFF2-40B4-BE49-F238E27FC236}">
                <a16:creationId xmlns:a16="http://schemas.microsoft.com/office/drawing/2014/main" id="{6E7F0B98-50CF-4A6E-9F62-F66C49F1C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737360"/>
            <a:ext cx="11091672" cy="1005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08000"/>
              </a:lnSpc>
              <a:buNone/>
            </a:pPr>
            <a:r>
              <a:rPr sz="3200" b="1">
                <a:solidFill>
                  <a:srgbClr val="1B2340"/>
                </a:solidFill>
                <a:latin typeface="Malgun Gothic"/>
                <a:ea typeface="Malgun Gothic"/>
                <a:cs typeface="Malgun Gothic"/>
              </a:rPr>
              <a:t>월요일 오전, 무엇부터 봐야 할까요?</a:t>
            </a:r>
          </a:p>
        </p:txBody>
      </p:sp>
      <p:sp>
        <p:nvSpPr>
          <p:cNvPr id="26" name="Shape 22">
            <a:extLst xmlns:a="http://schemas.openxmlformats.org/drawingml/2006/main">
              <a:ext uri="{FF2B5EF4-FFF2-40B4-BE49-F238E27FC236}">
                <a16:creationId xmlns:a16="http://schemas.microsoft.com/office/drawing/2014/main" id="{BD4D1DBD-259B-46F2-9A93-E5308C103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328" y="2788920"/>
            <a:ext cx="4343400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C"/>
          </a:solidFill>
          <a:ln xmlns:a="http://schemas.openxmlformats.org/drawingml/2006/main" w="12700">
            <a:solidFill>
              <a:srgbClr val="D4DAF0"/>
            </a:solidFill>
            <a:prstDash val="solid"/>
          </a:ln>
        </p:spPr>
      </p:sp>
      <p:sp>
        <p:nvSpPr>
          <p:cNvPr id="27" name="Text 23">
            <a:extLst xmlns:a="http://schemas.openxmlformats.org/drawingml/2006/main">
              <a:ext uri="{FF2B5EF4-FFF2-40B4-BE49-F238E27FC236}">
                <a16:creationId xmlns:a16="http://schemas.microsoft.com/office/drawing/2014/main" id="{35A22D90-1C5A-4A49-B0FA-0A9BF4F6A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920" y="2898648"/>
            <a:ext cx="4014216" cy="20665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30000"/>
              </a:lnSpc>
              <a:spcAft>
                <a:spcPts val="1000"/>
              </a:spcAft>
              <a:buNone/>
            </a:pPr>
            <a:r>
              <a:rPr sz="1900" b="1">
                <a:solidFill>
                  <a:srgbClr val="3A4470"/>
                </a:solidFill>
                <a:latin typeface="Malgun Gothic"/>
                <a:ea typeface="Malgun Gothic"/>
                <a:cs typeface="Malgun Gothic"/>
              </a:rPr>
              <a:t>상황</a:t>
            </a:r>
          </a:p>
          <a:p xmlns:a="http://schemas.openxmlformats.org/drawingml/2006/main">
            <a:pPr marL="0" indent="0" algn="ctr">
              <a:lnSpc>
                <a:spcPct val="130000"/>
              </a:lnSpc>
              <a:buNone/>
            </a:pPr>
            <a:r>
              <a:rPr sz="1700">
                <a:solidFill>
                  <a:srgbClr val="5C6684"/>
                </a:solidFill>
                <a:latin typeface="Malgun Gothic"/>
                <a:ea typeface="Malgun Gothic"/>
                <a:cs typeface="Malgun Gothic"/>
              </a:rPr>
              <a:t>출산·양육 정책 담당</a:t>
            </a:r>
          </a:p>
          <a:p xmlns:a="http://schemas.openxmlformats.org/drawingml/2006/main">
            <a:pPr marL="0" indent="0" algn="ctr">
              <a:lnSpc>
                <a:spcPct val="130000"/>
              </a:lnSpc>
              <a:buNone/>
            </a:pPr>
            <a:r>
              <a:rPr sz="1700">
                <a:solidFill>
                  <a:srgbClr val="5C6684"/>
                </a:solidFill>
                <a:latin typeface="Malgun Gothic"/>
                <a:ea typeface="Malgun Gothic"/>
                <a:cs typeface="Malgun Gothic"/>
              </a:rPr>
              <a:t>여러 출처와 화면</a:t>
            </a:r>
          </a:p>
          <a:p xmlns:a="http://schemas.openxmlformats.org/drawingml/2006/main">
            <a:pPr marL="0" indent="0" algn="ctr">
              <a:lnSpc>
                <a:spcPct val="130000"/>
              </a:lnSpc>
              <a:buNone/>
            </a:pPr>
            <a:r>
              <a:rPr sz="1700">
                <a:solidFill>
                  <a:srgbClr val="5C6684"/>
                </a:solidFill>
                <a:latin typeface="Malgun Gothic"/>
                <a:ea typeface="Malgun Gothic"/>
                <a:cs typeface="Malgun Gothic"/>
              </a:rPr>
              <a:t>검토 우선순위 필요</a:t>
            </a:r>
          </a:p>
        </p:txBody>
      </p:sp>
      <p:sp>
        <p:nvSpPr>
          <p:cNvPr id="28" name="Text 24">
            <a:extLst xmlns:a="http://schemas.openxmlformats.org/drawingml/2006/main">
              <a:ext uri="{FF2B5EF4-FFF2-40B4-BE49-F238E27FC236}">
                <a16:creationId xmlns:a16="http://schemas.microsoft.com/office/drawing/2014/main" id="{60403628-BFBD-4F71-ADC6-3C9A8A067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2888" y="2788920"/>
            <a:ext cx="1645920" cy="2286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4000" b="1">
                <a:solidFill>
                  <a:srgbClr val="C77D00"/>
                </a:solidFill>
              </a:rPr>
              <a:t>➜</a:t>
            </a:r>
          </a:p>
        </p:txBody>
      </p:sp>
      <p:sp>
        <p:nvSpPr>
          <p:cNvPr id="29" name="Shape 25">
            <a:extLst xmlns:a="http://schemas.openxmlformats.org/drawingml/2006/main">
              <a:ext uri="{FF2B5EF4-FFF2-40B4-BE49-F238E27FC236}">
                <a16:creationId xmlns:a16="http://schemas.microsoft.com/office/drawing/2014/main" id="{5E04BA05-B476-4166-A593-849F90EB1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5968" y="2788920"/>
            <a:ext cx="4343400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F5EC"/>
          </a:solidFill>
          <a:ln xmlns:a="http://schemas.openxmlformats.org/drawingml/2006/main" w="12700">
            <a:solidFill>
              <a:srgbClr val="9FE1CB"/>
            </a:solidFill>
            <a:prstDash val="solid"/>
          </a:ln>
        </p:spPr>
      </p:sp>
      <p:sp>
        <p:nvSpPr>
          <p:cNvPr id="30" name="Text 26">
            <a:extLst xmlns:a="http://schemas.openxmlformats.org/drawingml/2006/main">
              <a:ext uri="{FF2B5EF4-FFF2-40B4-BE49-F238E27FC236}">
                <a16:creationId xmlns:a16="http://schemas.microsoft.com/office/drawing/2014/main" id="{4895656E-299E-48D2-8A35-D8D19BF78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0560" y="2898648"/>
            <a:ext cx="4014216" cy="20665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30000"/>
              </a:lnSpc>
              <a:spcAft>
                <a:spcPts val="1000"/>
              </a:spcAft>
              <a:buNone/>
            </a:pPr>
            <a:r>
              <a:rPr sz="1900" b="1">
                <a:solidFill>
                  <a:srgbClr val="0FA968"/>
                </a:solidFill>
                <a:latin typeface="Malgun Gothic"/>
                <a:ea typeface="Malgun Gothic"/>
                <a:cs typeface="Malgun Gothic"/>
              </a:rPr>
              <a:t>필요한 지원</a:t>
            </a:r>
          </a:p>
          <a:p xmlns:a="http://schemas.openxmlformats.org/drawingml/2006/main">
            <a:pPr marL="0" indent="0" algn="ctr">
              <a:lnSpc>
                <a:spcPct val="130000"/>
              </a:lnSpc>
              <a:buNone/>
            </a:pPr>
            <a:r>
              <a:rPr sz="1700">
                <a:solidFill>
                  <a:srgbClr val="5C6684"/>
                </a:solidFill>
                <a:latin typeface="Malgun Gothic"/>
                <a:ea typeface="Malgun Gothic"/>
                <a:cs typeface="Malgun Gothic"/>
              </a:rPr>
              <a:t>내 담당 범위 설정</a:t>
            </a:r>
          </a:p>
          <a:p xmlns:a="http://schemas.openxmlformats.org/drawingml/2006/main">
            <a:pPr marL="0" indent="0" algn="ctr">
              <a:lnSpc>
                <a:spcPct val="130000"/>
              </a:lnSpc>
              <a:buNone/>
            </a:pPr>
            <a:r>
              <a:rPr sz="1700">
                <a:solidFill>
                  <a:srgbClr val="5C6684"/>
                </a:solidFill>
                <a:latin typeface="Malgun Gothic"/>
                <a:ea typeface="Malgun Gothic"/>
                <a:cs typeface="Malgun Gothic"/>
              </a:rPr>
              <a:t>반복 수요·근거 확인</a:t>
            </a:r>
          </a:p>
          <a:p xmlns:a="http://schemas.openxmlformats.org/drawingml/2006/main">
            <a:pPr marL="0" indent="0" algn="ctr">
              <a:lnSpc>
                <a:spcPct val="130000"/>
              </a:lnSpc>
              <a:buNone/>
            </a:pPr>
            <a:r>
              <a:rPr sz="1700">
                <a:solidFill>
                  <a:srgbClr val="5C6684"/>
                </a:solidFill>
                <a:latin typeface="Malgun Gothic"/>
                <a:ea typeface="Malgun Gothic"/>
                <a:cs typeface="Malgun Gothic"/>
              </a:rPr>
              <a:t>보고자료 작성</a:t>
            </a:r>
          </a:p>
        </p:txBody>
      </p:sp>
      <p:sp>
        <p:nvSpPr>
          <p:cNvPr id="31" name="Shape 27">
            <a:extLst xmlns:a="http://schemas.openxmlformats.org/drawingml/2006/main">
              <a:ext uri="{FF2B5EF4-FFF2-40B4-BE49-F238E27FC236}">
                <a16:creationId xmlns:a16="http://schemas.microsoft.com/office/drawing/2014/main" id="{0CB39D8C-FD8A-4221-A3F6-07739990C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1364" y="5230368"/>
            <a:ext cx="4192524" cy="6766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FBE6"/>
          </a:solidFill>
          <a:ln xmlns:a="http://schemas.openxmlformats.org/drawingml/2006/main" w="22225">
            <a:solidFill>
              <a:srgbClr val="111111"/>
            </a:solidFill>
            <a:prstDash val="solid"/>
          </a:ln>
          <a:effectLst xmlns:a="http://schemas.openxmlformats.org/drawingml/2006/main">
            <a:outerShdw blurRad="25400" dist="25400" dir="5400000" sx="100000" sy="100000" kx="0" ky="0" algn="bl" rotWithShape="0">
              <a:srgbClr val="444444">
                <a:alpha val="35000"/>
              </a:srgbClr>
            </a:outerShdw>
          </a:effectLst>
        </p:spPr>
      </p:sp>
      <p:sp>
        <p:nvSpPr>
          <p:cNvPr id="32" name="Text 28">
            <a:extLst xmlns:a="http://schemas.openxmlformats.org/drawingml/2006/main">
              <a:ext uri="{FF2B5EF4-FFF2-40B4-BE49-F238E27FC236}">
                <a16:creationId xmlns:a16="http://schemas.microsoft.com/office/drawing/2014/main" id="{B7E6971A-A1BD-4474-A669-165C1074B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2804" y="5230368"/>
            <a:ext cx="4009644" cy="6766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50" b="1">
                <a:solidFill>
                  <a:srgbClr val="1A2340"/>
                </a:solidFill>
                <a:latin typeface="Malgun Gothic"/>
                <a:ea typeface="Malgun Gothic"/>
                <a:cs typeface="Malgun Gothic"/>
              </a:rPr>
              <a:t>실제 인물이 아닌 기능 시연용 가상 페르소나예요</a:t>
            </a:r>
          </a:p>
        </p:txBody>
      </p:sp>
      <p:pic>
        <p:nvPicPr>
          <p:cNvPr id="67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ab98c9d2b0b495c"/>
          <a:stretch xmlns:a="http://schemas.openxmlformats.org/drawingml/2006/main"/>
        </p:blipFill>
        <p:spPr>
          <a:xfrm xmlns:a="http://schemas.openxmlformats.org/drawingml/2006/main">
            <a:off x="323850" y="4935736"/>
            <a:ext cx="1381125" cy="112037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010363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E807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1DE45E7B-19F2-47E5-BB38-085F0DE7E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00800"/>
            <a:ext cx="1219169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6BE"/>
          </a:solidFill>
        </p:spPr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B2739D35-E8E5-4180-A93F-73FEE791B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00800"/>
            <a:ext cx="12191695" cy="320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A"/>
          </a:solidFill>
        </p:spPr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D275AB19-4FC5-4C49-A20C-EF320202C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16" y="6483096"/>
            <a:ext cx="1051560" cy="2926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6BE"/>
          </a:solidFill>
          <a:ln xmlns:a="http://schemas.openxmlformats.org/drawingml/2006/main" w="12700">
            <a:solidFill>
              <a:srgbClr val="6B6B66"/>
            </a:solidFill>
            <a:prstDash val="solid"/>
          </a:ln>
        </p:spPr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1CB932A8-AA0B-4897-9FC4-D8B8C275E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16" y="6483096"/>
            <a:ext cx="1051560" cy="274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A"/>
          </a:solidFill>
        </p:spPr>
      </p:sp>
      <p:pic>
        <p:nvPicPr>
          <p:cNvPr id="35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c810c7c356843a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01168" y="6510528"/>
            <a:ext cx="237744" cy="237744"/>
          </a:xfrm>
          <a:prstGeom xmlns:a="http://schemas.openxmlformats.org/drawingml/2006/main" prst="rect">
            <a:avLst/>
          </a:prstGeom>
        </p:spPr>
      </p:pic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584BB376-A733-46AB-B6AA-8B6BE3CF3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3096"/>
            <a:ext cx="6858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1B2340"/>
                </a:solidFill>
                <a:latin typeface="Malgun Gothic"/>
                <a:ea typeface="Malgun Gothic"/>
                <a:cs typeface="Malgun Gothic"/>
              </a:rPr>
              <a:t>시작</a:t>
            </a:r>
          </a:p>
        </p:txBody>
      </p:sp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06FD7266-11DB-4A18-AEDD-372019227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1360" y="6492240"/>
            <a:ext cx="1170432" cy="2743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6CE"/>
          </a:solidFill>
          <a:ln xmlns:a="http://schemas.openxmlformats.org/drawingml/2006/main" w="9525">
            <a:solidFill>
              <a:srgbClr val="6B6B66"/>
            </a:solidFill>
            <a:prstDash val="solid"/>
          </a:ln>
        </p:spPr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CD2C9D7B-08C2-40EC-B005-EEBA166A4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1360" y="6492240"/>
            <a:ext cx="1170432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>
                <a:solidFill>
                  <a:srgbClr val="1B2340"/>
                </a:solidFill>
                <a:latin typeface="Calibri"/>
                <a:ea typeface="Calibri"/>
                <a:cs typeface="Calibri"/>
              </a:rPr>
              <a:t>UKKKK.exe</a:t>
            </a:r>
          </a:p>
        </p:txBody>
      </p:sp>
      <p:sp>
        <p:nvSpPr>
          <p:cNvPr id="10" name="Shape 7">
            <a:extLst xmlns:a="http://schemas.openxmlformats.org/drawingml/2006/main">
              <a:ext uri="{FF2B5EF4-FFF2-40B4-BE49-F238E27FC236}">
                <a16:creationId xmlns:a16="http://schemas.microsoft.com/office/drawing/2014/main" id="{EC2200A9-F434-477E-8442-9CBBA6D6C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896" y="219456"/>
            <a:ext cx="11567160" cy="59984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2225">
            <a:solidFill>
              <a:srgbClr val="1B2340"/>
            </a:solidFill>
            <a:prstDash val="solid"/>
          </a:ln>
          <a:effectLst xmlns:a="http://schemas.openxmlformats.org/drawingml/2006/main">
            <a:outerShdw blurRad="88900" dist="50800" dir="5400000" sx="100000" sy="100000" kx="0" ky="0" algn="bl" rotWithShape="0">
              <a:srgbClr val="05433D">
                <a:alpha val="40000"/>
              </a:srgbClr>
            </a:outerShdw>
          </a:effectLst>
        </p:spPr>
      </p:sp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69136510-38ED-4222-A150-78ED7205B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328" y="246888"/>
            <a:ext cx="11512296" cy="228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</p:sp>
      <p:sp>
        <p:nvSpPr>
          <p:cNvPr id="12" name="Shape 9">
            <a:extLst xmlns:a="http://schemas.openxmlformats.org/drawingml/2006/main">
              <a:ext uri="{FF2B5EF4-FFF2-40B4-BE49-F238E27FC236}">
                <a16:creationId xmlns:a16="http://schemas.microsoft.com/office/drawing/2014/main" id="{335E3B63-462F-4A0F-B434-23339D197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896" y="219456"/>
            <a:ext cx="1156716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4ABF"/>
          </a:solidFill>
        </p:spPr>
      </p:sp>
      <p:pic>
        <p:nvPicPr>
          <p:cNvPr id="42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c810c7c356843a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38912" y="292608"/>
            <a:ext cx="310896" cy="310896"/>
          </a:xfrm>
          <a:prstGeom xmlns:a="http://schemas.openxmlformats.org/drawingml/2006/main" prst="rect">
            <a:avLst/>
          </a:prstGeom>
        </p:spPr>
      </p:pic>
      <p:sp>
        <p:nvSpPr>
          <p:cNvPr id="14" name="Text 10">
            <a:extLst xmlns:a="http://schemas.openxmlformats.org/drawingml/2006/main">
              <a:ext uri="{FF2B5EF4-FFF2-40B4-BE49-F238E27FC236}">
                <a16:creationId xmlns:a16="http://schemas.microsoft.com/office/drawing/2014/main" id="{C4692A2A-E56F-4F83-B493-3C43587C2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219456"/>
            <a:ext cx="932688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새싹이 오피스 길잡이   —   1 · 검증할 문제 가설</a:t>
            </a:r>
          </a:p>
        </p:txBody>
      </p:sp>
      <p:sp>
        <p:nvSpPr>
          <p:cNvPr id="15" name="Shape 11">
            <a:extLst xmlns:a="http://schemas.openxmlformats.org/drawingml/2006/main">
              <a:ext uri="{FF2B5EF4-FFF2-40B4-BE49-F238E27FC236}">
                <a16:creationId xmlns:a16="http://schemas.microsoft.com/office/drawing/2014/main" id="{F64E4E4B-A0C3-47DB-BAED-924D8B99C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3928" y="320040"/>
            <a:ext cx="265176" cy="2560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6BE"/>
          </a:solidFill>
          <a:ln xmlns:a="http://schemas.openxmlformats.org/drawingml/2006/main" w="9525">
            <a:solidFill>
              <a:srgbClr val="6B6B66"/>
            </a:solidFill>
            <a:prstDash val="solid"/>
          </a:ln>
        </p:spPr>
      </p:sp>
      <p:sp>
        <p:nvSpPr>
          <p:cNvPr id="16" name="Shape 12">
            <a:extLst xmlns:a="http://schemas.openxmlformats.org/drawingml/2006/main">
              <a:ext uri="{FF2B5EF4-FFF2-40B4-BE49-F238E27FC236}">
                <a16:creationId xmlns:a16="http://schemas.microsoft.com/office/drawing/2014/main" id="{7BF0085D-9140-43E0-AA09-C3A937DC7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3928" y="320040"/>
            <a:ext cx="265176" cy="274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A"/>
          </a:solidFill>
        </p:spPr>
      </p:sp>
      <p:sp>
        <p:nvSpPr>
          <p:cNvPr id="17" name="Text 13">
            <a:extLst xmlns:a="http://schemas.openxmlformats.org/drawingml/2006/main">
              <a:ext uri="{FF2B5EF4-FFF2-40B4-BE49-F238E27FC236}">
                <a16:creationId xmlns:a16="http://schemas.microsoft.com/office/drawing/2014/main" id="{C4F6ECCD-B796-475E-8E51-17B40B7AD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3928" y="320040"/>
            <a:ext cx="265176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>
                <a:solidFill>
                  <a:srgbClr val="1B2340"/>
                </a:solidFill>
              </a:rPr>
              <a:t>_</a:t>
            </a:r>
          </a:p>
        </p:txBody>
      </p:sp>
      <p:sp>
        <p:nvSpPr>
          <p:cNvPr id="18" name="Shape 14">
            <a:extLst xmlns:a="http://schemas.openxmlformats.org/drawingml/2006/main">
              <a:ext uri="{FF2B5EF4-FFF2-40B4-BE49-F238E27FC236}">
                <a16:creationId xmlns:a16="http://schemas.microsoft.com/office/drawing/2014/main" id="{948B9517-9E60-448D-93CB-1DE9AA6D4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4824" y="320040"/>
            <a:ext cx="265176" cy="2560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6BE"/>
          </a:solidFill>
          <a:ln xmlns:a="http://schemas.openxmlformats.org/drawingml/2006/main" w="9525">
            <a:solidFill>
              <a:srgbClr val="6B6B66"/>
            </a:solidFill>
            <a:prstDash val="solid"/>
          </a:ln>
        </p:spPr>
      </p:sp>
      <p:sp>
        <p:nvSpPr>
          <p:cNvPr id="19" name="Shape 15">
            <a:extLst xmlns:a="http://schemas.openxmlformats.org/drawingml/2006/main">
              <a:ext uri="{FF2B5EF4-FFF2-40B4-BE49-F238E27FC236}">
                <a16:creationId xmlns:a16="http://schemas.microsoft.com/office/drawing/2014/main" id="{7D59888B-CAE6-4135-B898-4B57B02E6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4824" y="320040"/>
            <a:ext cx="265176" cy="274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A"/>
          </a:solidFill>
        </p:spPr>
      </p:sp>
      <p:sp>
        <p:nvSpPr>
          <p:cNvPr id="20" name="Text 16">
            <a:extLst xmlns:a="http://schemas.openxmlformats.org/drawingml/2006/main">
              <a:ext uri="{FF2B5EF4-FFF2-40B4-BE49-F238E27FC236}">
                <a16:creationId xmlns:a16="http://schemas.microsoft.com/office/drawing/2014/main" id="{7447723E-F930-4775-8A91-05800938D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4824" y="320040"/>
            <a:ext cx="265176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>
                <a:solidFill>
                  <a:srgbClr val="1B2340"/>
                </a:solidFill>
              </a:rPr>
              <a:t>❑</a:t>
            </a:r>
          </a:p>
        </p:txBody>
      </p:sp>
      <p:sp>
        <p:nvSpPr>
          <p:cNvPr id="21" name="Shape 17">
            <a:extLst xmlns:a="http://schemas.openxmlformats.org/drawingml/2006/main">
              <a:ext uri="{FF2B5EF4-FFF2-40B4-BE49-F238E27FC236}">
                <a16:creationId xmlns:a16="http://schemas.microsoft.com/office/drawing/2014/main" id="{78B1E101-E67A-4593-953E-0E821AB08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5720" y="320040"/>
            <a:ext cx="265176" cy="2560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6BE"/>
          </a:solidFill>
          <a:ln xmlns:a="http://schemas.openxmlformats.org/drawingml/2006/main" w="9525">
            <a:solidFill>
              <a:srgbClr val="6B6B66"/>
            </a:solidFill>
            <a:prstDash val="solid"/>
          </a:ln>
        </p:spPr>
      </p:sp>
      <p:sp>
        <p:nvSpPr>
          <p:cNvPr id="22" name="Shape 18">
            <a:extLst xmlns:a="http://schemas.openxmlformats.org/drawingml/2006/main">
              <a:ext uri="{FF2B5EF4-FFF2-40B4-BE49-F238E27FC236}">
                <a16:creationId xmlns:a16="http://schemas.microsoft.com/office/drawing/2014/main" id="{589D70BD-B7B9-450A-869D-9873EBA91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5720" y="320040"/>
            <a:ext cx="265176" cy="274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A"/>
          </a:solidFill>
        </p:spPr>
      </p:sp>
      <p:sp>
        <p:nvSpPr>
          <p:cNvPr id="23" name="Text 19">
            <a:extLst xmlns:a="http://schemas.openxmlformats.org/drawingml/2006/main">
              <a:ext uri="{FF2B5EF4-FFF2-40B4-BE49-F238E27FC236}">
                <a16:creationId xmlns:a16="http://schemas.microsoft.com/office/drawing/2014/main" id="{BE435574-9772-45E9-993D-910DD8C99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5720" y="320040"/>
            <a:ext cx="265176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>
                <a:solidFill>
                  <a:srgbClr val="1B2340"/>
                </a:solidFill>
              </a:rPr>
              <a:t>✕</a:t>
            </a:r>
          </a:p>
        </p:txBody>
      </p:sp>
      <p:sp>
        <p:nvSpPr>
          <p:cNvPr id="24" name="Text 20">
            <a:extLst xmlns:a="http://schemas.openxmlformats.org/drawingml/2006/main">
              <a:ext uri="{FF2B5EF4-FFF2-40B4-BE49-F238E27FC236}">
                <a16:creationId xmlns:a16="http://schemas.microsoft.com/office/drawing/2014/main" id="{3BA63D61-E5D6-4800-A45A-FE8F21A2F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286000"/>
            <a:ext cx="12191695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b="1">
                <a:solidFill>
                  <a:srgbClr val="7C5CE0"/>
                </a:solidFill>
                <a:latin typeface="Malgun Gothic"/>
                <a:ea typeface="Malgun Gothic"/>
                <a:cs typeface="Malgun Gothic"/>
              </a:rPr>
              <a:t>검증할 문제 가설</a:t>
            </a:r>
          </a:p>
        </p:txBody>
      </p:sp>
      <p:sp>
        <p:nvSpPr>
          <p:cNvPr id="25" name="Text 21">
            <a:extLst xmlns:a="http://schemas.openxmlformats.org/drawingml/2006/main">
              <a:ext uri="{FF2B5EF4-FFF2-40B4-BE49-F238E27FC236}">
                <a16:creationId xmlns:a16="http://schemas.microsoft.com/office/drawing/2014/main" id="{1DE2D97F-B1C0-4FAB-BCF7-7FB397936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697480"/>
            <a:ext cx="11091672" cy="1005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08000"/>
              </a:lnSpc>
              <a:buNone/>
            </a:pPr>
            <a:r>
              <a:rPr sz="3800" b="1">
                <a:solidFill>
                  <a:srgbClr val="1B2340"/>
                </a:solidFill>
                <a:latin typeface="Malgun Gothic"/>
                <a:ea typeface="Malgun Gothic"/>
                <a:cs typeface="Malgun Gothic"/>
              </a:rPr>
              <a:t>데이터는 있었지만,</a:t>
            </a:r>
          </a:p>
          <a:p xmlns:a="http://schemas.openxmlformats.org/drawingml/2006/main">
            <a:pPr marL="0" indent="0" algn="ctr">
              <a:lnSpc>
                <a:spcPct val="108000"/>
              </a:lnSpc>
              <a:buNone/>
            </a:pPr>
            <a:r>
              <a:rPr sz="3800" b="1">
                <a:solidFill>
                  <a:srgbClr val="1B2340"/>
                </a:solidFill>
                <a:latin typeface="Malgun Gothic"/>
                <a:ea typeface="Malgun Gothic"/>
                <a:cs typeface="Malgun Gothic"/>
              </a:rPr>
              <a:t>수요와 책임·근거·조치가 끊겨 있었습니다</a:t>
            </a:r>
          </a:p>
        </p:txBody>
      </p:sp>
      <p:sp>
        <p:nvSpPr>
          <p:cNvPr id="26" name="Shape 22">
            <a:extLst xmlns:a="http://schemas.openxmlformats.org/drawingml/2006/main">
              <a:ext uri="{FF2B5EF4-FFF2-40B4-BE49-F238E27FC236}">
                <a16:creationId xmlns:a16="http://schemas.microsoft.com/office/drawing/2014/main" id="{9BFD0D00-2008-4023-B4D0-5D497B462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3036" y="5230368"/>
            <a:ext cx="4530852" cy="6766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FBE6"/>
          </a:solidFill>
          <a:ln xmlns:a="http://schemas.openxmlformats.org/drawingml/2006/main" w="22225">
            <a:solidFill>
              <a:srgbClr val="111111"/>
            </a:solidFill>
            <a:prstDash val="solid"/>
          </a:ln>
          <a:effectLst xmlns:a="http://schemas.openxmlformats.org/drawingml/2006/main">
            <a:outerShdw blurRad="25400" dist="25400" dir="5400000" sx="100000" sy="100000" kx="0" ky="0" algn="bl" rotWithShape="0">
              <a:srgbClr val="444444">
                <a:alpha val="35000"/>
              </a:srgbClr>
            </a:outerShdw>
          </a:effectLst>
        </p:spPr>
      </p:sp>
      <p:sp>
        <p:nvSpPr>
          <p:cNvPr id="27" name="Text 23">
            <a:extLst xmlns:a="http://schemas.openxmlformats.org/drawingml/2006/main">
              <a:ext uri="{FF2B5EF4-FFF2-40B4-BE49-F238E27FC236}">
                <a16:creationId xmlns:a16="http://schemas.microsoft.com/office/drawing/2014/main" id="{8141230B-A26A-42EF-91BB-78596FD16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4476" y="5230368"/>
            <a:ext cx="4347972" cy="6766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50" b="1">
                <a:solidFill>
                  <a:srgbClr val="1A2340"/>
                </a:solidFill>
                <a:latin typeface="Malgun Gothic"/>
                <a:ea typeface="Malgun Gothic"/>
                <a:cs typeface="Malgun Gothic"/>
              </a:rPr>
              <a:t>실제 기관별 업무 절차를 대표한다고 단정하지 않아요</a:t>
            </a:r>
          </a:p>
        </p:txBody>
      </p:sp>
      <p:pic>
        <p:nvPicPr>
          <p:cNvPr id="57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c810c7c356843a8"/>
          <a:stretch xmlns:a="http://schemas.openxmlformats.org/drawingml/2006/main"/>
        </p:blipFill>
        <p:spPr>
          <a:xfrm xmlns:a="http://schemas.openxmlformats.org/drawingml/2006/main">
            <a:off x="362346" y="4686300"/>
            <a:ext cx="1304132" cy="16192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112824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E807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110CEED8-6C09-4FB4-B857-9C8B43917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00800"/>
            <a:ext cx="1219169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6BE"/>
          </a:solidFill>
        </p:spPr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AA0E26A1-FCB9-4863-9BA6-D7B57D23C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00800"/>
            <a:ext cx="12191695" cy="320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A"/>
          </a:solidFill>
        </p:spPr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5AB58862-61DD-43B1-8B3E-621853063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16" y="6483096"/>
            <a:ext cx="1051560" cy="2926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6BE"/>
          </a:solidFill>
          <a:ln xmlns:a="http://schemas.openxmlformats.org/drawingml/2006/main" w="12700">
            <a:solidFill>
              <a:srgbClr val="6B6B66"/>
            </a:solidFill>
            <a:prstDash val="solid"/>
          </a:ln>
        </p:spPr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F94042FB-F43F-49F5-8E20-7EF1E127F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16" y="6483096"/>
            <a:ext cx="1051560" cy="274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A"/>
          </a:solidFill>
        </p:spPr>
      </p:sp>
      <p:pic>
        <p:nvPicPr>
          <p:cNvPr id="40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828bf3911144dd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01168" y="6510528"/>
            <a:ext cx="237744" cy="237744"/>
          </a:xfrm>
          <a:prstGeom xmlns:a="http://schemas.openxmlformats.org/drawingml/2006/main" prst="rect">
            <a:avLst/>
          </a:prstGeom>
        </p:spPr>
      </p:pic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F01B6C90-B846-44F6-89CA-4A6ED2C3B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3096"/>
            <a:ext cx="6858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1B2340"/>
                </a:solidFill>
                <a:latin typeface="Malgun Gothic"/>
                <a:ea typeface="Malgun Gothic"/>
                <a:cs typeface="Malgun Gothic"/>
              </a:rPr>
              <a:t>시작</a:t>
            </a:r>
          </a:p>
        </p:txBody>
      </p:sp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335E495D-F210-4157-B098-D1CE642F2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1360" y="6492240"/>
            <a:ext cx="1170432" cy="2743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6CE"/>
          </a:solidFill>
          <a:ln xmlns:a="http://schemas.openxmlformats.org/drawingml/2006/main" w="9525">
            <a:solidFill>
              <a:srgbClr val="6B6B66"/>
            </a:solidFill>
            <a:prstDash val="solid"/>
          </a:ln>
        </p:spPr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7002467D-1E97-447B-B7A6-39F366A5B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1360" y="6492240"/>
            <a:ext cx="1170432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>
                <a:solidFill>
                  <a:srgbClr val="1B2340"/>
                </a:solidFill>
                <a:latin typeface="Calibri"/>
                <a:ea typeface="Calibri"/>
                <a:cs typeface="Calibri"/>
              </a:rPr>
              <a:t>UKKKK.exe</a:t>
            </a:r>
          </a:p>
        </p:txBody>
      </p:sp>
      <p:sp>
        <p:nvSpPr>
          <p:cNvPr id="10" name="Shape 7">
            <a:extLst xmlns:a="http://schemas.openxmlformats.org/drawingml/2006/main">
              <a:ext uri="{FF2B5EF4-FFF2-40B4-BE49-F238E27FC236}">
                <a16:creationId xmlns:a16="http://schemas.microsoft.com/office/drawing/2014/main" id="{619E92B9-34AF-44E5-937B-FB892D8E9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896" y="219456"/>
            <a:ext cx="11567160" cy="59984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2225">
            <a:solidFill>
              <a:srgbClr val="1B2340"/>
            </a:solidFill>
            <a:prstDash val="solid"/>
          </a:ln>
          <a:effectLst xmlns:a="http://schemas.openxmlformats.org/drawingml/2006/main">
            <a:outerShdw blurRad="88900" dist="50800" dir="5400000" sx="100000" sy="100000" kx="0" ky="0" algn="bl" rotWithShape="0">
              <a:srgbClr val="05433D">
                <a:alpha val="40000"/>
              </a:srgbClr>
            </a:outerShdw>
          </a:effectLst>
        </p:spPr>
      </p:sp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B3CC2200-B718-4CD8-8227-E09300719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328" y="246888"/>
            <a:ext cx="11512296" cy="228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</p:sp>
      <p:sp>
        <p:nvSpPr>
          <p:cNvPr id="12" name="Shape 9">
            <a:extLst xmlns:a="http://schemas.openxmlformats.org/drawingml/2006/main">
              <a:ext uri="{FF2B5EF4-FFF2-40B4-BE49-F238E27FC236}">
                <a16:creationId xmlns:a16="http://schemas.microsoft.com/office/drawing/2014/main" id="{318A3382-8BFF-45AB-B611-962717148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896" y="219456"/>
            <a:ext cx="1156716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4ABF"/>
          </a:solidFill>
        </p:spPr>
      </p:sp>
      <p:pic>
        <p:nvPicPr>
          <p:cNvPr id="47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828bf3911144dd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38912" y="292608"/>
            <a:ext cx="310896" cy="310896"/>
          </a:xfrm>
          <a:prstGeom xmlns:a="http://schemas.openxmlformats.org/drawingml/2006/main" prst="rect">
            <a:avLst/>
          </a:prstGeom>
        </p:spPr>
      </p:pic>
      <p:sp>
        <p:nvSpPr>
          <p:cNvPr id="14" name="Text 10">
            <a:extLst xmlns:a="http://schemas.openxmlformats.org/drawingml/2006/main">
              <a:ext uri="{FF2B5EF4-FFF2-40B4-BE49-F238E27FC236}">
                <a16:creationId xmlns:a16="http://schemas.microsoft.com/office/drawing/2014/main" id="{A02E6B78-4B60-4E79-8F49-8F0EC25C3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219456"/>
            <a:ext cx="932688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새싹이 오피스 길잡이   —   3 · TO-BE</a:t>
            </a:r>
          </a:p>
        </p:txBody>
      </p:sp>
      <p:sp>
        <p:nvSpPr>
          <p:cNvPr id="15" name="Shape 11">
            <a:extLst xmlns:a="http://schemas.openxmlformats.org/drawingml/2006/main">
              <a:ext uri="{FF2B5EF4-FFF2-40B4-BE49-F238E27FC236}">
                <a16:creationId xmlns:a16="http://schemas.microsoft.com/office/drawing/2014/main" id="{A3BC71F7-169F-4883-AB56-E90D242FC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3928" y="320040"/>
            <a:ext cx="265176" cy="2560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6BE"/>
          </a:solidFill>
          <a:ln xmlns:a="http://schemas.openxmlformats.org/drawingml/2006/main" w="9525">
            <a:solidFill>
              <a:srgbClr val="6B6B66"/>
            </a:solidFill>
            <a:prstDash val="solid"/>
          </a:ln>
        </p:spPr>
      </p:sp>
      <p:sp>
        <p:nvSpPr>
          <p:cNvPr id="16" name="Shape 12">
            <a:extLst xmlns:a="http://schemas.openxmlformats.org/drawingml/2006/main">
              <a:ext uri="{FF2B5EF4-FFF2-40B4-BE49-F238E27FC236}">
                <a16:creationId xmlns:a16="http://schemas.microsoft.com/office/drawing/2014/main" id="{1B4A5B94-B0F6-4C8F-984D-D59BCA672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3928" y="320040"/>
            <a:ext cx="265176" cy="274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A"/>
          </a:solidFill>
        </p:spPr>
      </p:sp>
      <p:sp>
        <p:nvSpPr>
          <p:cNvPr id="17" name="Text 13">
            <a:extLst xmlns:a="http://schemas.openxmlformats.org/drawingml/2006/main">
              <a:ext uri="{FF2B5EF4-FFF2-40B4-BE49-F238E27FC236}">
                <a16:creationId xmlns:a16="http://schemas.microsoft.com/office/drawing/2014/main" id="{6BB10564-D750-4CED-A9B4-19DC17A52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3928" y="320040"/>
            <a:ext cx="265176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>
                <a:solidFill>
                  <a:srgbClr val="1B2340"/>
                </a:solidFill>
              </a:rPr>
              <a:t>_</a:t>
            </a:r>
          </a:p>
        </p:txBody>
      </p:sp>
      <p:sp>
        <p:nvSpPr>
          <p:cNvPr id="18" name="Shape 14">
            <a:extLst xmlns:a="http://schemas.openxmlformats.org/drawingml/2006/main">
              <a:ext uri="{FF2B5EF4-FFF2-40B4-BE49-F238E27FC236}">
                <a16:creationId xmlns:a16="http://schemas.microsoft.com/office/drawing/2014/main" id="{726B8E63-1349-48BA-B9AB-3A80B0775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4824" y="320040"/>
            <a:ext cx="265176" cy="2560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6BE"/>
          </a:solidFill>
          <a:ln xmlns:a="http://schemas.openxmlformats.org/drawingml/2006/main" w="9525">
            <a:solidFill>
              <a:srgbClr val="6B6B66"/>
            </a:solidFill>
            <a:prstDash val="solid"/>
          </a:ln>
        </p:spPr>
      </p:sp>
      <p:sp>
        <p:nvSpPr>
          <p:cNvPr id="19" name="Shape 15">
            <a:extLst xmlns:a="http://schemas.openxmlformats.org/drawingml/2006/main">
              <a:ext uri="{FF2B5EF4-FFF2-40B4-BE49-F238E27FC236}">
                <a16:creationId xmlns:a16="http://schemas.microsoft.com/office/drawing/2014/main" id="{D6A577EC-D88F-454D-9932-1FD9FC92F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4824" y="320040"/>
            <a:ext cx="265176" cy="274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A"/>
          </a:solidFill>
        </p:spPr>
      </p:sp>
      <p:sp>
        <p:nvSpPr>
          <p:cNvPr id="20" name="Text 16">
            <a:extLst xmlns:a="http://schemas.openxmlformats.org/drawingml/2006/main">
              <a:ext uri="{FF2B5EF4-FFF2-40B4-BE49-F238E27FC236}">
                <a16:creationId xmlns:a16="http://schemas.microsoft.com/office/drawing/2014/main" id="{2BDD8A20-1567-4312-B173-E62C87118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4824" y="320040"/>
            <a:ext cx="265176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>
                <a:solidFill>
                  <a:srgbClr val="1B2340"/>
                </a:solidFill>
              </a:rPr>
              <a:t>❑</a:t>
            </a:r>
          </a:p>
        </p:txBody>
      </p:sp>
      <p:sp>
        <p:nvSpPr>
          <p:cNvPr id="21" name="Shape 17">
            <a:extLst xmlns:a="http://schemas.openxmlformats.org/drawingml/2006/main">
              <a:ext uri="{FF2B5EF4-FFF2-40B4-BE49-F238E27FC236}">
                <a16:creationId xmlns:a16="http://schemas.microsoft.com/office/drawing/2014/main" id="{B198589F-8B90-40A1-A628-5295CD8F8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5720" y="320040"/>
            <a:ext cx="265176" cy="2560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6BE"/>
          </a:solidFill>
          <a:ln xmlns:a="http://schemas.openxmlformats.org/drawingml/2006/main" w="9525">
            <a:solidFill>
              <a:srgbClr val="6B6B66"/>
            </a:solidFill>
            <a:prstDash val="solid"/>
          </a:ln>
        </p:spPr>
      </p:sp>
      <p:sp>
        <p:nvSpPr>
          <p:cNvPr id="22" name="Shape 18">
            <a:extLst xmlns:a="http://schemas.openxmlformats.org/drawingml/2006/main">
              <a:ext uri="{FF2B5EF4-FFF2-40B4-BE49-F238E27FC236}">
                <a16:creationId xmlns:a16="http://schemas.microsoft.com/office/drawing/2014/main" id="{AC3062D3-ED78-491D-89EC-D2A0ACB41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5720" y="320040"/>
            <a:ext cx="265176" cy="274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A"/>
          </a:solidFill>
        </p:spPr>
      </p:sp>
      <p:sp>
        <p:nvSpPr>
          <p:cNvPr id="23" name="Text 19">
            <a:extLst xmlns:a="http://schemas.openxmlformats.org/drawingml/2006/main">
              <a:ext uri="{FF2B5EF4-FFF2-40B4-BE49-F238E27FC236}">
                <a16:creationId xmlns:a16="http://schemas.microsoft.com/office/drawing/2014/main" id="{FD6F6370-A145-46D0-8FFD-EDF791285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5720" y="320040"/>
            <a:ext cx="265176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>
                <a:solidFill>
                  <a:srgbClr val="1B2340"/>
                </a:solidFill>
              </a:rPr>
              <a:t>✕</a:t>
            </a:r>
          </a:p>
        </p:txBody>
      </p:sp>
      <p:sp>
        <p:nvSpPr>
          <p:cNvPr id="24" name="Text 20">
            <a:extLst xmlns:a="http://schemas.openxmlformats.org/drawingml/2006/main">
              <a:ext uri="{FF2B5EF4-FFF2-40B4-BE49-F238E27FC236}">
                <a16:creationId xmlns:a16="http://schemas.microsoft.com/office/drawing/2014/main" id="{A6CCE3D6-07DE-4C28-B386-2669C9BAA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371600"/>
            <a:ext cx="12191695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b="1">
                <a:solidFill>
                  <a:srgbClr val="7C5CE0"/>
                </a:solidFill>
                <a:latin typeface="Malgun Gothic"/>
                <a:ea typeface="Malgun Gothic"/>
                <a:cs typeface="Malgun Gothic"/>
              </a:rPr>
              <a:t>수요 → 책임 → 근거 → 조치</a:t>
            </a:r>
          </a:p>
        </p:txBody>
      </p:sp>
      <p:sp>
        <p:nvSpPr>
          <p:cNvPr id="25" name="Text 21">
            <a:extLst xmlns:a="http://schemas.openxmlformats.org/drawingml/2006/main">
              <a:ext uri="{FF2B5EF4-FFF2-40B4-BE49-F238E27FC236}">
                <a16:creationId xmlns:a16="http://schemas.microsoft.com/office/drawing/2014/main" id="{6E7F0B98-50CF-4A6E-9F62-F66C49F1C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737360"/>
            <a:ext cx="11091672" cy="1005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08000"/>
              </a:lnSpc>
              <a:buNone/>
            </a:pPr>
            <a:r>
              <a:rPr sz="3200" b="1">
                <a:solidFill>
                  <a:srgbClr val="1B2340"/>
                </a:solidFill>
                <a:latin typeface="Malgun Gothic"/>
                <a:ea typeface="Malgun Gothic"/>
                <a:cs typeface="Malgun Gothic"/>
              </a:rPr>
              <a:t>한 화면에서 근거와 R&amp;R까지 연결합니다</a:t>
            </a:r>
          </a:p>
        </p:txBody>
      </p:sp>
      <p:sp>
        <p:nvSpPr>
          <p:cNvPr id="26" name="Shape 22">
            <a:extLst xmlns:a="http://schemas.openxmlformats.org/drawingml/2006/main">
              <a:ext uri="{FF2B5EF4-FFF2-40B4-BE49-F238E27FC236}">
                <a16:creationId xmlns:a16="http://schemas.microsoft.com/office/drawing/2014/main" id="{BD4D1DBD-259B-46F2-9A93-E5308C103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328" y="2788920"/>
            <a:ext cx="4343400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C"/>
          </a:solidFill>
          <a:ln xmlns:a="http://schemas.openxmlformats.org/drawingml/2006/main" w="12700">
            <a:solidFill>
              <a:srgbClr val="D4DAF0"/>
            </a:solidFill>
            <a:prstDash val="solid"/>
          </a:ln>
        </p:spPr>
      </p:sp>
      <p:sp>
        <p:nvSpPr>
          <p:cNvPr id="27" name="Text 23">
            <a:extLst xmlns:a="http://schemas.openxmlformats.org/drawingml/2006/main">
              <a:ext uri="{FF2B5EF4-FFF2-40B4-BE49-F238E27FC236}">
                <a16:creationId xmlns:a16="http://schemas.microsoft.com/office/drawing/2014/main" id="{35A22D90-1C5A-4A49-B0FA-0A9BF4F6A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920" y="2898648"/>
            <a:ext cx="4014216" cy="20665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30000"/>
              </a:lnSpc>
              <a:spcAft>
                <a:spcPts val="1000"/>
              </a:spcAft>
              <a:buNone/>
            </a:pPr>
            <a:r>
              <a:rPr sz="1900" b="1">
                <a:solidFill>
                  <a:srgbClr val="3A4470"/>
                </a:solidFill>
                <a:latin typeface="Malgun Gothic"/>
                <a:ea typeface="Malgun Gothic"/>
                <a:cs typeface="Malgun Gothic"/>
              </a:rPr>
              <a:t>입력</a:t>
            </a:r>
          </a:p>
          <a:p xmlns:a="http://schemas.openxmlformats.org/drawingml/2006/main">
            <a:pPr marL="0" indent="0" algn="ctr">
              <a:lnSpc>
                <a:spcPct val="130000"/>
              </a:lnSpc>
              <a:buNone/>
            </a:pPr>
            <a:r>
              <a:rPr sz="1700">
                <a:solidFill>
                  <a:srgbClr val="5C6684"/>
                </a:solidFill>
                <a:latin typeface="Malgun Gothic"/>
                <a:ea typeface="Malgun Gothic"/>
                <a:cs typeface="Malgun Gothic"/>
              </a:rPr>
              <a:t>시민 제안·민원</a:t>
            </a:r>
          </a:p>
          <a:p xmlns:a="http://schemas.openxmlformats.org/drawingml/2006/main">
            <a:pPr marL="0" indent="0" algn="ctr">
              <a:lnSpc>
                <a:spcPct val="130000"/>
              </a:lnSpc>
              <a:buNone/>
            </a:pPr>
            <a:r>
              <a:rPr sz="1700">
                <a:solidFill>
                  <a:srgbClr val="5C6684"/>
                </a:solidFill>
                <a:latin typeface="Malgun Gothic"/>
                <a:ea typeface="Malgun Gothic"/>
                <a:cs typeface="Malgun Gothic"/>
              </a:rPr>
              <a:t>정책·뉴스</a:t>
            </a:r>
          </a:p>
          <a:p xmlns:a="http://schemas.openxmlformats.org/drawingml/2006/main">
            <a:pPr marL="0" indent="0" algn="ctr">
              <a:lnSpc>
                <a:spcPct val="130000"/>
              </a:lnSpc>
              <a:buNone/>
            </a:pPr>
            <a:r>
              <a:rPr sz="1700">
                <a:solidFill>
                  <a:srgbClr val="5C6684"/>
                </a:solidFill>
                <a:latin typeface="Malgun Gothic"/>
                <a:ea typeface="Malgun Gothic"/>
                <a:cs typeface="Malgun Gothic"/>
              </a:rPr>
              <a:t>자치구 통계</a:t>
            </a:r>
          </a:p>
        </p:txBody>
      </p:sp>
      <p:sp>
        <p:nvSpPr>
          <p:cNvPr id="28" name="Text 24">
            <a:extLst xmlns:a="http://schemas.openxmlformats.org/drawingml/2006/main">
              <a:ext uri="{FF2B5EF4-FFF2-40B4-BE49-F238E27FC236}">
                <a16:creationId xmlns:a16="http://schemas.microsoft.com/office/drawing/2014/main" id="{60403628-BFBD-4F71-ADC6-3C9A8A067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2888" y="2788920"/>
            <a:ext cx="1645920" cy="2286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4000" b="1">
                <a:solidFill>
                  <a:srgbClr val="C77D00"/>
                </a:solidFill>
              </a:rPr>
              <a:t>➜</a:t>
            </a:r>
          </a:p>
        </p:txBody>
      </p:sp>
      <p:sp>
        <p:nvSpPr>
          <p:cNvPr id="29" name="Shape 25">
            <a:extLst xmlns:a="http://schemas.openxmlformats.org/drawingml/2006/main">
              <a:ext uri="{FF2B5EF4-FFF2-40B4-BE49-F238E27FC236}">
                <a16:creationId xmlns:a16="http://schemas.microsoft.com/office/drawing/2014/main" id="{5E04BA05-B476-4166-A593-849F90EB1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5968" y="2788920"/>
            <a:ext cx="4343400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F5EC"/>
          </a:solidFill>
          <a:ln xmlns:a="http://schemas.openxmlformats.org/drawingml/2006/main" w="12700">
            <a:solidFill>
              <a:srgbClr val="9FE1CB"/>
            </a:solidFill>
            <a:prstDash val="solid"/>
          </a:ln>
        </p:spPr>
      </p:sp>
      <p:sp>
        <p:nvSpPr>
          <p:cNvPr id="30" name="Text 26">
            <a:extLst xmlns:a="http://schemas.openxmlformats.org/drawingml/2006/main">
              <a:ext uri="{FF2B5EF4-FFF2-40B4-BE49-F238E27FC236}">
                <a16:creationId xmlns:a16="http://schemas.microsoft.com/office/drawing/2014/main" id="{4895656E-299E-48D2-8A35-D8D19BF78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0560" y="2898648"/>
            <a:ext cx="4014216" cy="20665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30000"/>
              </a:lnSpc>
              <a:spcAft>
                <a:spcPts val="1000"/>
              </a:spcAft>
              <a:buNone/>
            </a:pPr>
            <a:r>
              <a:rPr sz="1900" b="1">
                <a:solidFill>
                  <a:srgbClr val="0FA968"/>
                </a:solidFill>
                <a:latin typeface="Malgun Gothic"/>
                <a:ea typeface="Malgun Gothic"/>
                <a:cs typeface="Malgun Gothic"/>
              </a:rPr>
              <a:t>출력</a:t>
            </a:r>
          </a:p>
          <a:p xmlns:a="http://schemas.openxmlformats.org/drawingml/2006/main">
            <a:pPr marL="0" indent="0" algn="ctr">
              <a:lnSpc>
                <a:spcPct val="130000"/>
              </a:lnSpc>
              <a:buNone/>
            </a:pPr>
            <a:r>
              <a:rPr sz="1700">
                <a:solidFill>
                  <a:srgbClr val="5C6684"/>
                </a:solidFill>
                <a:latin typeface="Malgun Gothic"/>
                <a:ea typeface="Malgun Gothic"/>
                <a:cs typeface="Malgun Gothic"/>
              </a:rPr>
              <a:t>반복 수요·Gap</a:t>
            </a:r>
          </a:p>
          <a:p xmlns:a="http://schemas.openxmlformats.org/drawingml/2006/main">
            <a:pPr marL="0" indent="0" algn="ctr">
              <a:lnSpc>
                <a:spcPct val="130000"/>
              </a:lnSpc>
              <a:buNone/>
            </a:pPr>
            <a:r>
              <a:rPr sz="1700">
                <a:solidFill>
                  <a:srgbClr val="5C6684"/>
                </a:solidFill>
                <a:latin typeface="Malgun Gothic"/>
                <a:ea typeface="Malgun Gothic"/>
                <a:cs typeface="Malgun Gothic"/>
              </a:rPr>
              <a:t>R&amp;R 후보·원문</a:t>
            </a:r>
          </a:p>
          <a:p xmlns:a="http://schemas.openxmlformats.org/drawingml/2006/main">
            <a:pPr marL="0" indent="0" algn="ctr">
              <a:lnSpc>
                <a:spcPct val="130000"/>
              </a:lnSpc>
              <a:buNone/>
            </a:pPr>
            <a:r>
              <a:rPr sz="1700">
                <a:solidFill>
                  <a:srgbClr val="5C6684"/>
                </a:solidFill>
                <a:latin typeface="Malgun Gothic"/>
                <a:ea typeface="Malgun Gothic"/>
                <a:cs typeface="Malgun Gothic"/>
              </a:rPr>
              <a:t>맞춤 보고서·로그</a:t>
            </a:r>
          </a:p>
        </p:txBody>
      </p:sp>
      <p:sp>
        <p:nvSpPr>
          <p:cNvPr id="31" name="Shape 27">
            <a:extLst xmlns:a="http://schemas.openxmlformats.org/drawingml/2006/main">
              <a:ext uri="{FF2B5EF4-FFF2-40B4-BE49-F238E27FC236}">
                <a16:creationId xmlns:a16="http://schemas.microsoft.com/office/drawing/2014/main" id="{0CB39D8C-FD8A-4221-A3F6-07739990C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1364" y="5230368"/>
            <a:ext cx="4192524" cy="6766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FBE6"/>
          </a:solidFill>
          <a:ln xmlns:a="http://schemas.openxmlformats.org/drawingml/2006/main" w="22225">
            <a:solidFill>
              <a:srgbClr val="111111"/>
            </a:solidFill>
            <a:prstDash val="solid"/>
          </a:ln>
          <a:effectLst xmlns:a="http://schemas.openxmlformats.org/drawingml/2006/main">
            <a:outerShdw blurRad="25400" dist="25400" dir="5400000" sx="100000" sy="100000" kx="0" ky="0" algn="bl" rotWithShape="0">
              <a:srgbClr val="444444">
                <a:alpha val="35000"/>
              </a:srgbClr>
            </a:outerShdw>
          </a:effectLst>
        </p:spPr>
      </p:sp>
      <p:sp>
        <p:nvSpPr>
          <p:cNvPr id="32" name="Text 28">
            <a:extLst xmlns:a="http://schemas.openxmlformats.org/drawingml/2006/main">
              <a:ext uri="{FF2B5EF4-FFF2-40B4-BE49-F238E27FC236}">
                <a16:creationId xmlns:a16="http://schemas.microsoft.com/office/drawing/2014/main" id="{B7E6971A-A1BD-4474-A669-165C1074B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2804" y="5230368"/>
            <a:ext cx="4009644" cy="6766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50" b="1">
                <a:solidFill>
                  <a:srgbClr val="1A2340"/>
                </a:solidFill>
                <a:latin typeface="Malgun Gothic"/>
                <a:ea typeface="Malgun Gothic"/>
                <a:cs typeface="Malgun Gothic"/>
              </a:rPr>
              <a:t>후보와 근거를 연결하고 최종 결정은 사람이 해요</a:t>
            </a:r>
          </a:p>
        </p:txBody>
      </p:sp>
      <p:pic>
        <p:nvPicPr>
          <p:cNvPr id="67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828bf3911144ddd"/>
          <a:stretch xmlns:a="http://schemas.openxmlformats.org/drawingml/2006/main"/>
        </p:blipFill>
        <p:spPr>
          <a:xfrm xmlns:a="http://schemas.openxmlformats.org/drawingml/2006/main">
            <a:off x="228600" y="4820102"/>
            <a:ext cx="1619250" cy="1313547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010363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E807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815CC833-3EA2-4D0E-9EE2-5996FB713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00800"/>
            <a:ext cx="1219169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6BE"/>
          </a:solidFill>
        </p:spPr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4272DE01-03D5-4A23-BEBB-128056147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00800"/>
            <a:ext cx="12191695" cy="320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A"/>
          </a:solidFill>
        </p:spPr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E9B9A54B-70BD-4828-B5DE-84A97990F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16" y="6483096"/>
            <a:ext cx="1051560" cy="2926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6BE"/>
          </a:solidFill>
          <a:ln xmlns:a="http://schemas.openxmlformats.org/drawingml/2006/main" w="12700">
            <a:solidFill>
              <a:srgbClr val="6B6B66"/>
            </a:solidFill>
            <a:prstDash val="solid"/>
          </a:ln>
        </p:spPr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9DAD69EF-7AC5-45B2-AE69-87CF493BD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16" y="6483096"/>
            <a:ext cx="1051560" cy="274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A"/>
          </a:solidFill>
        </p:spPr>
      </p:sp>
      <p:pic>
        <p:nvPicPr>
          <p:cNvPr id="50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bf791167b00470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01168" y="6510528"/>
            <a:ext cx="237744" cy="237744"/>
          </a:xfrm>
          <a:prstGeom xmlns:a="http://schemas.openxmlformats.org/drawingml/2006/main" prst="rect">
            <a:avLst/>
          </a:prstGeom>
        </p:spPr>
      </p:pic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696B987A-AE0C-4A3B-85F8-07E796A5E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3096"/>
            <a:ext cx="6858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1B2340"/>
                </a:solidFill>
                <a:latin typeface="Malgun Gothic"/>
                <a:ea typeface="Malgun Gothic"/>
                <a:cs typeface="Malgun Gothic"/>
              </a:rPr>
              <a:t>시작</a:t>
            </a:r>
          </a:p>
        </p:txBody>
      </p:sp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0B176C70-3233-415C-80D3-6E3DCC6CC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1360" y="6492240"/>
            <a:ext cx="1170432" cy="2743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6CE"/>
          </a:solidFill>
          <a:ln xmlns:a="http://schemas.openxmlformats.org/drawingml/2006/main" w="9525">
            <a:solidFill>
              <a:srgbClr val="6B6B66"/>
            </a:solidFill>
            <a:prstDash val="solid"/>
          </a:ln>
        </p:spPr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B2CC6BF1-D951-47F3-AB45-DB80F6D47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1360" y="6492240"/>
            <a:ext cx="1170432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>
                <a:solidFill>
                  <a:srgbClr val="1B2340"/>
                </a:solidFill>
                <a:latin typeface="Calibri"/>
                <a:ea typeface="Calibri"/>
                <a:cs typeface="Calibri"/>
              </a:rPr>
              <a:t>UKKKK.exe</a:t>
            </a:r>
          </a:p>
        </p:txBody>
      </p:sp>
      <p:sp>
        <p:nvSpPr>
          <p:cNvPr id="10" name="Shape 7">
            <a:extLst xmlns:a="http://schemas.openxmlformats.org/drawingml/2006/main">
              <a:ext uri="{FF2B5EF4-FFF2-40B4-BE49-F238E27FC236}">
                <a16:creationId xmlns:a16="http://schemas.microsoft.com/office/drawing/2014/main" id="{7BAF3597-ACEF-4F57-B226-55E77455C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896" y="219456"/>
            <a:ext cx="11567160" cy="59984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2225">
            <a:solidFill>
              <a:srgbClr val="1B2340"/>
            </a:solidFill>
            <a:prstDash val="solid"/>
          </a:ln>
          <a:effectLst xmlns:a="http://schemas.openxmlformats.org/drawingml/2006/main">
            <a:outerShdw blurRad="88900" dist="50800" dir="5400000" sx="100000" sy="100000" kx="0" ky="0" algn="bl" rotWithShape="0">
              <a:srgbClr val="05433D">
                <a:alpha val="40000"/>
              </a:srgbClr>
            </a:outerShdw>
          </a:effectLst>
        </p:spPr>
      </p:sp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ACFE2892-8A3A-4C19-B85C-047D205C1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328" y="246888"/>
            <a:ext cx="11512296" cy="228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</p:sp>
      <p:sp>
        <p:nvSpPr>
          <p:cNvPr id="12" name="Shape 9">
            <a:extLst xmlns:a="http://schemas.openxmlformats.org/drawingml/2006/main">
              <a:ext uri="{FF2B5EF4-FFF2-40B4-BE49-F238E27FC236}">
                <a16:creationId xmlns:a16="http://schemas.microsoft.com/office/drawing/2014/main" id="{5B48BFE9-9371-4153-B911-1D2740B16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896" y="219456"/>
            <a:ext cx="1156716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4ABF"/>
          </a:solidFill>
        </p:spPr>
      </p:sp>
      <p:pic>
        <p:nvPicPr>
          <p:cNvPr id="57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bf791167b00470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38912" y="292608"/>
            <a:ext cx="310896" cy="310896"/>
          </a:xfrm>
          <a:prstGeom xmlns:a="http://schemas.openxmlformats.org/drawingml/2006/main" prst="rect">
            <a:avLst/>
          </a:prstGeom>
        </p:spPr>
      </p:pic>
      <p:sp>
        <p:nvSpPr>
          <p:cNvPr id="14" name="Text 10">
            <a:extLst xmlns:a="http://schemas.openxmlformats.org/drawingml/2006/main">
              <a:ext uri="{FF2B5EF4-FFF2-40B4-BE49-F238E27FC236}">
                <a16:creationId xmlns:a16="http://schemas.microsoft.com/office/drawing/2014/main" id="{61D2ACCE-6B28-4215-94C9-B19163EAA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219456"/>
            <a:ext cx="932688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새싹이 오피스 길잡이   —   3 · 데이터 파이프라인</a:t>
            </a:r>
          </a:p>
        </p:txBody>
      </p:sp>
      <p:sp>
        <p:nvSpPr>
          <p:cNvPr id="15" name="Shape 11">
            <a:extLst xmlns:a="http://schemas.openxmlformats.org/drawingml/2006/main">
              <a:ext uri="{FF2B5EF4-FFF2-40B4-BE49-F238E27FC236}">
                <a16:creationId xmlns:a16="http://schemas.microsoft.com/office/drawing/2014/main" id="{279B426C-BEDA-4FED-81CD-876C8CB06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3928" y="320040"/>
            <a:ext cx="265176" cy="2560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6BE"/>
          </a:solidFill>
          <a:ln xmlns:a="http://schemas.openxmlformats.org/drawingml/2006/main" w="9525">
            <a:solidFill>
              <a:srgbClr val="6B6B66"/>
            </a:solidFill>
            <a:prstDash val="solid"/>
          </a:ln>
        </p:spPr>
      </p:sp>
      <p:sp>
        <p:nvSpPr>
          <p:cNvPr id="16" name="Shape 12">
            <a:extLst xmlns:a="http://schemas.openxmlformats.org/drawingml/2006/main">
              <a:ext uri="{FF2B5EF4-FFF2-40B4-BE49-F238E27FC236}">
                <a16:creationId xmlns:a16="http://schemas.microsoft.com/office/drawing/2014/main" id="{5F490C22-C6C4-4177-A899-CADCB5776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3928" y="320040"/>
            <a:ext cx="265176" cy="274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A"/>
          </a:solidFill>
        </p:spPr>
      </p:sp>
      <p:sp>
        <p:nvSpPr>
          <p:cNvPr id="17" name="Text 13">
            <a:extLst xmlns:a="http://schemas.openxmlformats.org/drawingml/2006/main">
              <a:ext uri="{FF2B5EF4-FFF2-40B4-BE49-F238E27FC236}">
                <a16:creationId xmlns:a16="http://schemas.microsoft.com/office/drawing/2014/main" id="{F8A7F2D0-2907-44B1-840F-E34635738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3928" y="320040"/>
            <a:ext cx="265176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>
                <a:solidFill>
                  <a:srgbClr val="1B2340"/>
                </a:solidFill>
              </a:rPr>
              <a:t>_</a:t>
            </a:r>
          </a:p>
        </p:txBody>
      </p:sp>
      <p:sp>
        <p:nvSpPr>
          <p:cNvPr id="18" name="Shape 14">
            <a:extLst xmlns:a="http://schemas.openxmlformats.org/drawingml/2006/main">
              <a:ext uri="{FF2B5EF4-FFF2-40B4-BE49-F238E27FC236}">
                <a16:creationId xmlns:a16="http://schemas.microsoft.com/office/drawing/2014/main" id="{FC816E39-3779-4B7F-A3D8-EE6D1076C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4824" y="320040"/>
            <a:ext cx="265176" cy="2560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6BE"/>
          </a:solidFill>
          <a:ln xmlns:a="http://schemas.openxmlformats.org/drawingml/2006/main" w="9525">
            <a:solidFill>
              <a:srgbClr val="6B6B66"/>
            </a:solidFill>
            <a:prstDash val="solid"/>
          </a:ln>
        </p:spPr>
      </p:sp>
      <p:sp>
        <p:nvSpPr>
          <p:cNvPr id="19" name="Shape 15">
            <a:extLst xmlns:a="http://schemas.openxmlformats.org/drawingml/2006/main">
              <a:ext uri="{FF2B5EF4-FFF2-40B4-BE49-F238E27FC236}">
                <a16:creationId xmlns:a16="http://schemas.microsoft.com/office/drawing/2014/main" id="{61D42055-784D-41C1-ADCA-BB61EE72B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4824" y="320040"/>
            <a:ext cx="265176" cy="274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A"/>
          </a:solidFill>
        </p:spPr>
      </p:sp>
      <p:sp>
        <p:nvSpPr>
          <p:cNvPr id="20" name="Text 16">
            <a:extLst xmlns:a="http://schemas.openxmlformats.org/drawingml/2006/main">
              <a:ext uri="{FF2B5EF4-FFF2-40B4-BE49-F238E27FC236}">
                <a16:creationId xmlns:a16="http://schemas.microsoft.com/office/drawing/2014/main" id="{2CEFB8EA-A676-4010-B7FC-29283F369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4824" y="320040"/>
            <a:ext cx="265176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>
                <a:solidFill>
                  <a:srgbClr val="1B2340"/>
                </a:solidFill>
              </a:rPr>
              <a:t>❑</a:t>
            </a:r>
          </a:p>
        </p:txBody>
      </p:sp>
      <p:sp>
        <p:nvSpPr>
          <p:cNvPr id="21" name="Shape 17">
            <a:extLst xmlns:a="http://schemas.openxmlformats.org/drawingml/2006/main">
              <a:ext uri="{FF2B5EF4-FFF2-40B4-BE49-F238E27FC236}">
                <a16:creationId xmlns:a16="http://schemas.microsoft.com/office/drawing/2014/main" id="{B14A30CC-1ECE-4DB6-8748-824D63C3E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5720" y="320040"/>
            <a:ext cx="265176" cy="2560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6BE"/>
          </a:solidFill>
          <a:ln xmlns:a="http://schemas.openxmlformats.org/drawingml/2006/main" w="9525">
            <a:solidFill>
              <a:srgbClr val="6B6B66"/>
            </a:solidFill>
            <a:prstDash val="solid"/>
          </a:ln>
        </p:spPr>
      </p:sp>
      <p:sp>
        <p:nvSpPr>
          <p:cNvPr id="22" name="Shape 18">
            <a:extLst xmlns:a="http://schemas.openxmlformats.org/drawingml/2006/main">
              <a:ext uri="{FF2B5EF4-FFF2-40B4-BE49-F238E27FC236}">
                <a16:creationId xmlns:a16="http://schemas.microsoft.com/office/drawing/2014/main" id="{A491FC0E-8D00-4552-9736-EF5C8B478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5720" y="320040"/>
            <a:ext cx="265176" cy="274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A"/>
          </a:solidFill>
        </p:spPr>
      </p:sp>
      <p:sp>
        <p:nvSpPr>
          <p:cNvPr id="23" name="Text 19">
            <a:extLst xmlns:a="http://schemas.openxmlformats.org/drawingml/2006/main">
              <a:ext uri="{FF2B5EF4-FFF2-40B4-BE49-F238E27FC236}">
                <a16:creationId xmlns:a16="http://schemas.microsoft.com/office/drawing/2014/main" id="{184F77C6-48A0-417C-A08E-505C56447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5720" y="320040"/>
            <a:ext cx="265176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>
                <a:solidFill>
                  <a:srgbClr val="1B2340"/>
                </a:solidFill>
              </a:rPr>
              <a:t>✕</a:t>
            </a:r>
          </a:p>
        </p:txBody>
      </p:sp>
      <p:sp>
        <p:nvSpPr>
          <p:cNvPr id="24" name="Text 20">
            <a:extLst xmlns:a="http://schemas.openxmlformats.org/drawingml/2006/main">
              <a:ext uri="{FF2B5EF4-FFF2-40B4-BE49-F238E27FC236}">
                <a16:creationId xmlns:a16="http://schemas.microsoft.com/office/drawing/2014/main" id="{98AF6AF0-29D2-418C-AC41-413CB12EB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371600"/>
            <a:ext cx="12191695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b="1">
                <a:solidFill>
                  <a:srgbClr val="7C5CE0"/>
                </a:solidFill>
                <a:latin typeface="Malgun Gothic"/>
                <a:ea typeface="Malgun Gothic"/>
                <a:cs typeface="Malgun Gothic"/>
              </a:rPr>
              <a:t>수집·정제·캐시 기반 재현</a:t>
            </a:r>
          </a:p>
        </p:txBody>
      </p:sp>
      <p:sp>
        <p:nvSpPr>
          <p:cNvPr id="25" name="Text 21">
            <a:extLst xmlns:a="http://schemas.openxmlformats.org/drawingml/2006/main">
              <a:ext uri="{FF2B5EF4-FFF2-40B4-BE49-F238E27FC236}">
                <a16:creationId xmlns:a16="http://schemas.microsoft.com/office/drawing/2014/main" id="{A4BF1851-D08A-40C9-A4FD-4D6DBDABC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737360"/>
            <a:ext cx="11091672" cy="1005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08000"/>
              </a:lnSpc>
              <a:buNone/>
            </a:pPr>
            <a:r>
              <a:rPr sz="3200" b="1">
                <a:solidFill>
                  <a:srgbClr val="1B2340"/>
                </a:solidFill>
                <a:latin typeface="Malgun Gothic"/>
                <a:ea typeface="Malgun Gothic"/>
                <a:cs typeface="Malgun Gothic"/>
              </a:rPr>
              <a:t>5개 출처를 공통 스키마로 연결했습니다</a:t>
            </a:r>
          </a:p>
        </p:txBody>
      </p:sp>
      <p:sp>
        <p:nvSpPr>
          <p:cNvPr id="26" name="Shape 22">
            <a:extLst xmlns:a="http://schemas.openxmlformats.org/drawingml/2006/main">
              <a:ext uri="{FF2B5EF4-FFF2-40B4-BE49-F238E27FC236}">
                <a16:creationId xmlns:a16="http://schemas.microsoft.com/office/drawing/2014/main" id="{23C2681F-4494-432A-BD64-BF3D87FD3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036" y="2834640"/>
            <a:ext cx="1965960" cy="137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C"/>
          </a:solidFill>
          <a:ln xmlns:a="http://schemas.openxmlformats.org/drawingml/2006/main" w="12700">
            <a:solidFill>
              <a:srgbClr val="D4DAF0"/>
            </a:solidFill>
            <a:prstDash val="solid"/>
          </a:ln>
        </p:spPr>
      </p:sp>
      <p:sp>
        <p:nvSpPr>
          <p:cNvPr id="27" name="Text 23">
            <a:extLst xmlns:a="http://schemas.openxmlformats.org/drawingml/2006/main">
              <a:ext uri="{FF2B5EF4-FFF2-40B4-BE49-F238E27FC236}">
                <a16:creationId xmlns:a16="http://schemas.microsoft.com/office/drawing/2014/main" id="{F5804E55-2BB5-4044-9441-FBCC8648A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036" y="2999232"/>
            <a:ext cx="196596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3400" b="1">
                <a:solidFill>
                  <a:srgbClr val="C77D00"/>
                </a:solidFill>
                <a:latin typeface="Calibri"/>
                <a:ea typeface="Calibri"/>
                <a:cs typeface="Calibri"/>
              </a:rPr>
              <a:t>824</a:t>
            </a:r>
          </a:p>
        </p:txBody>
      </p:sp>
      <p:sp>
        <p:nvSpPr>
          <p:cNvPr id="28" name="Text 24">
            <a:extLst xmlns:a="http://schemas.openxmlformats.org/drawingml/2006/main">
              <a:ext uri="{FF2B5EF4-FFF2-40B4-BE49-F238E27FC236}">
                <a16:creationId xmlns:a16="http://schemas.microsoft.com/office/drawing/2014/main" id="{B9F328D4-41F8-4EA7-A6DF-1250055E9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036" y="3730752"/>
            <a:ext cx="196596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50">
                <a:solidFill>
                  <a:srgbClr val="5C6684"/>
                </a:solidFill>
                <a:latin typeface="Malgun Gothic"/>
                <a:ea typeface="Malgun Gothic"/>
                <a:cs typeface="Malgun Gothic"/>
              </a:rPr>
              <a:t>시민 제안</a:t>
            </a:r>
          </a:p>
        </p:txBody>
      </p:sp>
      <p:sp>
        <p:nvSpPr>
          <p:cNvPr id="29" name="Shape 25">
            <a:extLst xmlns:a="http://schemas.openxmlformats.org/drawingml/2006/main">
              <a:ext uri="{FF2B5EF4-FFF2-40B4-BE49-F238E27FC236}">
                <a16:creationId xmlns:a16="http://schemas.microsoft.com/office/drawing/2014/main" id="{E3C1FAC3-3831-49D5-8C9F-C42B92D57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7452" y="2834640"/>
            <a:ext cx="1965960" cy="137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C"/>
          </a:solidFill>
          <a:ln xmlns:a="http://schemas.openxmlformats.org/drawingml/2006/main" w="12700">
            <a:solidFill>
              <a:srgbClr val="D4DAF0"/>
            </a:solidFill>
            <a:prstDash val="solid"/>
          </a:ln>
        </p:spPr>
      </p:sp>
      <p:sp>
        <p:nvSpPr>
          <p:cNvPr id="30" name="Text 26">
            <a:extLst xmlns:a="http://schemas.openxmlformats.org/drawingml/2006/main">
              <a:ext uri="{FF2B5EF4-FFF2-40B4-BE49-F238E27FC236}">
                <a16:creationId xmlns:a16="http://schemas.microsoft.com/office/drawing/2014/main" id="{5CC41A71-AEFB-4357-AEC9-B3866EC25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7452" y="2999232"/>
            <a:ext cx="196596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3400" b="1">
                <a:solidFill>
                  <a:srgbClr val="C77D00"/>
                </a:solidFill>
                <a:latin typeface="Calibri"/>
                <a:ea typeface="Calibri"/>
                <a:cs typeface="Calibri"/>
              </a:rPr>
              <a:t>582</a:t>
            </a:r>
          </a:p>
        </p:txBody>
      </p:sp>
      <p:sp>
        <p:nvSpPr>
          <p:cNvPr id="31" name="Text 27">
            <a:extLst xmlns:a="http://schemas.openxmlformats.org/drawingml/2006/main">
              <a:ext uri="{FF2B5EF4-FFF2-40B4-BE49-F238E27FC236}">
                <a16:creationId xmlns:a16="http://schemas.microsoft.com/office/drawing/2014/main" id="{87D1CE81-67D0-4D7D-83EF-91BF1C304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7452" y="3730752"/>
            <a:ext cx="196596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50">
                <a:solidFill>
                  <a:srgbClr val="5C6684"/>
                </a:solidFill>
                <a:latin typeface="Malgun Gothic"/>
                <a:ea typeface="Malgun Gothic"/>
                <a:cs typeface="Malgun Gothic"/>
              </a:rPr>
              <a:t>현장 민원</a:t>
            </a:r>
          </a:p>
        </p:txBody>
      </p:sp>
      <p:sp>
        <p:nvSpPr>
          <p:cNvPr id="32" name="Shape 28">
            <a:extLst xmlns:a="http://schemas.openxmlformats.org/drawingml/2006/main">
              <a:ext uri="{FF2B5EF4-FFF2-40B4-BE49-F238E27FC236}">
                <a16:creationId xmlns:a16="http://schemas.microsoft.com/office/drawing/2014/main" id="{D1D853C0-C7A8-41FF-A61C-75392A130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2868" y="2834640"/>
            <a:ext cx="1965960" cy="137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C"/>
          </a:solidFill>
          <a:ln xmlns:a="http://schemas.openxmlformats.org/drawingml/2006/main" w="12700">
            <a:solidFill>
              <a:srgbClr val="D4DAF0"/>
            </a:solidFill>
            <a:prstDash val="solid"/>
          </a:ln>
        </p:spPr>
      </p:sp>
      <p:sp>
        <p:nvSpPr>
          <p:cNvPr id="33" name="Text 29">
            <a:extLst xmlns:a="http://schemas.openxmlformats.org/drawingml/2006/main">
              <a:ext uri="{FF2B5EF4-FFF2-40B4-BE49-F238E27FC236}">
                <a16:creationId xmlns:a16="http://schemas.microsoft.com/office/drawing/2014/main" id="{61A0EE75-3CAE-44CF-82A0-A21D789C6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2868" y="2999232"/>
            <a:ext cx="196596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3400" b="1">
                <a:solidFill>
                  <a:srgbClr val="C77D00"/>
                </a:solidFill>
                <a:latin typeface="Calibri"/>
                <a:ea typeface="Calibri"/>
                <a:cs typeface="Calibri"/>
              </a:rPr>
              <a:t>322</a:t>
            </a:r>
          </a:p>
        </p:txBody>
      </p:sp>
      <p:sp>
        <p:nvSpPr>
          <p:cNvPr id="34" name="Text 30">
            <a:extLst xmlns:a="http://schemas.openxmlformats.org/drawingml/2006/main">
              <a:ext uri="{FF2B5EF4-FFF2-40B4-BE49-F238E27FC236}">
                <a16:creationId xmlns:a16="http://schemas.microsoft.com/office/drawing/2014/main" id="{D192D4A7-0FD9-407C-A59A-CFFC05B09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2868" y="3730752"/>
            <a:ext cx="196596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50">
                <a:solidFill>
                  <a:srgbClr val="5C6684"/>
                </a:solidFill>
                <a:latin typeface="Malgun Gothic"/>
                <a:ea typeface="Malgun Gothic"/>
                <a:cs typeface="Malgun Gothic"/>
              </a:rPr>
              <a:t>공식 정책</a:t>
            </a:r>
          </a:p>
        </p:txBody>
      </p:sp>
      <p:sp>
        <p:nvSpPr>
          <p:cNvPr id="35" name="Shape 31">
            <a:extLst xmlns:a="http://schemas.openxmlformats.org/drawingml/2006/main">
              <a:ext uri="{FF2B5EF4-FFF2-40B4-BE49-F238E27FC236}">
                <a16:creationId xmlns:a16="http://schemas.microsoft.com/office/drawing/2014/main" id="{5E600F6B-8BC6-41D3-B121-3FDFD47BF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8284" y="2834640"/>
            <a:ext cx="1965960" cy="137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C"/>
          </a:solidFill>
          <a:ln xmlns:a="http://schemas.openxmlformats.org/drawingml/2006/main" w="12700">
            <a:solidFill>
              <a:srgbClr val="D4DAF0"/>
            </a:solidFill>
            <a:prstDash val="solid"/>
          </a:ln>
        </p:spPr>
      </p:sp>
      <p:sp>
        <p:nvSpPr>
          <p:cNvPr id="36" name="Text 32">
            <a:extLst xmlns:a="http://schemas.openxmlformats.org/drawingml/2006/main">
              <a:ext uri="{FF2B5EF4-FFF2-40B4-BE49-F238E27FC236}">
                <a16:creationId xmlns:a16="http://schemas.microsoft.com/office/drawing/2014/main" id="{A19336E2-C495-46E1-970C-7957344BD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8284" y="2999232"/>
            <a:ext cx="196596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3400" b="1">
                <a:solidFill>
                  <a:srgbClr val="C77D00"/>
                </a:solidFill>
                <a:latin typeface="Calibri"/>
                <a:ea typeface="Calibri"/>
                <a:cs typeface="Calibri"/>
              </a:rPr>
              <a:t>1,145</a:t>
            </a:r>
          </a:p>
        </p:txBody>
      </p:sp>
      <p:sp>
        <p:nvSpPr>
          <p:cNvPr id="37" name="Text 33">
            <a:extLst xmlns:a="http://schemas.openxmlformats.org/drawingml/2006/main">
              <a:ext uri="{FF2B5EF4-FFF2-40B4-BE49-F238E27FC236}">
                <a16:creationId xmlns:a16="http://schemas.microsoft.com/office/drawing/2014/main" id="{0D2EA8CB-2107-4C3F-81F8-97D718C71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8284" y="3730752"/>
            <a:ext cx="196596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50">
                <a:solidFill>
                  <a:srgbClr val="5C6684"/>
                </a:solidFill>
                <a:latin typeface="Malgun Gothic"/>
                <a:ea typeface="Malgun Gothic"/>
                <a:cs typeface="Malgun Gothic"/>
              </a:rPr>
              <a:t>뉴스</a:t>
            </a:r>
          </a:p>
        </p:txBody>
      </p:sp>
      <p:sp>
        <p:nvSpPr>
          <p:cNvPr id="38" name="Shape 34">
            <a:extLst xmlns:a="http://schemas.openxmlformats.org/drawingml/2006/main">
              <a:ext uri="{FF2B5EF4-FFF2-40B4-BE49-F238E27FC236}">
                <a16:creationId xmlns:a16="http://schemas.microsoft.com/office/drawing/2014/main" id="{94B71F55-793A-4445-A30A-D16019D5C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3700" y="2834640"/>
            <a:ext cx="1965960" cy="137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C"/>
          </a:solidFill>
          <a:ln xmlns:a="http://schemas.openxmlformats.org/drawingml/2006/main" w="12700">
            <a:solidFill>
              <a:srgbClr val="D4DAF0"/>
            </a:solidFill>
            <a:prstDash val="solid"/>
          </a:ln>
        </p:spPr>
      </p:sp>
      <p:sp>
        <p:nvSpPr>
          <p:cNvPr id="39" name="Text 35">
            <a:extLst xmlns:a="http://schemas.openxmlformats.org/drawingml/2006/main">
              <a:ext uri="{FF2B5EF4-FFF2-40B4-BE49-F238E27FC236}">
                <a16:creationId xmlns:a16="http://schemas.microsoft.com/office/drawing/2014/main" id="{AFD84046-C4C8-4765-86A3-DEBA5EE55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3700" y="2999232"/>
            <a:ext cx="196596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3400" b="1">
                <a:solidFill>
                  <a:srgbClr val="C77D00"/>
                </a:solidFill>
                <a:latin typeface="Calibri"/>
                <a:ea typeface="Calibri"/>
                <a:cs typeface="Calibri"/>
              </a:rPr>
              <a:t>25개</a:t>
            </a:r>
          </a:p>
        </p:txBody>
      </p:sp>
      <p:sp>
        <p:nvSpPr>
          <p:cNvPr id="40" name="Text 36">
            <a:extLst xmlns:a="http://schemas.openxmlformats.org/drawingml/2006/main">
              <a:ext uri="{FF2B5EF4-FFF2-40B4-BE49-F238E27FC236}">
                <a16:creationId xmlns:a16="http://schemas.microsoft.com/office/drawing/2014/main" id="{4CC4668A-C8FC-47C0-9DE6-3F4FBB9F3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3700" y="3730752"/>
            <a:ext cx="196596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50">
                <a:solidFill>
                  <a:srgbClr val="5C6684"/>
                </a:solidFill>
                <a:latin typeface="Malgun Gothic"/>
                <a:ea typeface="Malgun Gothic"/>
                <a:cs typeface="Malgun Gothic"/>
              </a:rPr>
              <a:t>자치구 통계</a:t>
            </a:r>
          </a:p>
        </p:txBody>
      </p:sp>
      <p:sp>
        <p:nvSpPr>
          <p:cNvPr id="41" name="Text 37">
            <a:extLst xmlns:a="http://schemas.openxmlformats.org/drawingml/2006/main">
              <a:ext uri="{FF2B5EF4-FFF2-40B4-BE49-F238E27FC236}">
                <a16:creationId xmlns:a16="http://schemas.microsoft.com/office/drawing/2014/main" id="{16586B18-CB6F-4F76-947D-489AA306C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343400"/>
            <a:ext cx="12191695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800">
                <a:solidFill>
                  <a:srgbClr val="9AA3C7"/>
                </a:solidFill>
              </a:rPr>
              <a:t>▼</a:t>
            </a:r>
          </a:p>
        </p:txBody>
      </p:sp>
      <p:sp>
        <p:nvSpPr>
          <p:cNvPr id="42" name="Shape 38">
            <a:extLst xmlns:a="http://schemas.openxmlformats.org/drawingml/2006/main">
              <a:ext uri="{FF2B5EF4-FFF2-40B4-BE49-F238E27FC236}">
                <a16:creationId xmlns:a16="http://schemas.microsoft.com/office/drawing/2014/main" id="{C7050CC4-AA16-4F15-9E55-A1DCD51D9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048" y="4709160"/>
            <a:ext cx="3657600" cy="6400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58D6"/>
          </a:solidFill>
        </p:spPr>
      </p:sp>
      <p:sp>
        <p:nvSpPr>
          <p:cNvPr id="43" name="Text 39">
            <a:extLst xmlns:a="http://schemas.openxmlformats.org/drawingml/2006/main">
              <a:ext uri="{FF2B5EF4-FFF2-40B4-BE49-F238E27FC236}">
                <a16:creationId xmlns:a16="http://schemas.microsoft.com/office/drawing/2014/main" id="{DFD1FE06-5A70-42B4-8A2F-8892DA4F4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048" y="4709160"/>
            <a:ext cx="365760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7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공통 스키마 → 정규화 → 8대 분류 → 문제 군집 → R&amp;R 후보</a:t>
            </a:r>
          </a:p>
        </p:txBody>
      </p:sp>
    </p:spTree>
    <p:extLst>
      <p:ext uri="{BB962C8B-B14F-4D97-AF65-F5344CB8AC3E}">
        <p14:creationId xmlns:p14="http://schemas.microsoft.com/office/powerpoint/2010/main" val="45386965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E807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267547D7-2D73-4BA1-838B-EE8A1EA15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00800"/>
            <a:ext cx="1219169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6BE"/>
          </a:solidFill>
        </p:spPr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B2239C6C-5F3E-46D3-B33F-F5EC70675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00800"/>
            <a:ext cx="12191695" cy="320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A"/>
          </a:solidFill>
        </p:spPr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6265DAFA-C801-48F5-AA46-93255BA53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16" y="6483096"/>
            <a:ext cx="1051560" cy="2926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6BE"/>
          </a:solidFill>
          <a:ln xmlns:a="http://schemas.openxmlformats.org/drawingml/2006/main" w="12700">
            <a:solidFill>
              <a:srgbClr val="6B6B66"/>
            </a:solidFill>
            <a:prstDash val="solid"/>
          </a:ln>
        </p:spPr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CD50DBF2-2376-42C2-ACAC-E99271714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16" y="6483096"/>
            <a:ext cx="1051560" cy="274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A"/>
          </a:solidFill>
        </p:spPr>
      </p:sp>
      <p:pic>
        <p:nvPicPr>
          <p:cNvPr id="38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d080a08a2e6469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01168" y="6510528"/>
            <a:ext cx="237744" cy="237744"/>
          </a:xfrm>
          <a:prstGeom xmlns:a="http://schemas.openxmlformats.org/drawingml/2006/main" prst="rect">
            <a:avLst/>
          </a:prstGeom>
        </p:spPr>
      </p:pic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8696C270-65D4-4376-87BC-691C49887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3096"/>
            <a:ext cx="6858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1B2340"/>
                </a:solidFill>
                <a:latin typeface="Malgun Gothic"/>
                <a:ea typeface="Malgun Gothic"/>
                <a:cs typeface="Malgun Gothic"/>
              </a:rPr>
              <a:t>시작</a:t>
            </a:r>
          </a:p>
        </p:txBody>
      </p:sp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36A7ED09-8521-4BA7-AE2F-31B6F83CB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1360" y="6492240"/>
            <a:ext cx="1170432" cy="2743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6CE"/>
          </a:solidFill>
          <a:ln xmlns:a="http://schemas.openxmlformats.org/drawingml/2006/main" w="9525">
            <a:solidFill>
              <a:srgbClr val="6B6B66"/>
            </a:solidFill>
            <a:prstDash val="solid"/>
          </a:ln>
        </p:spPr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B2AD32B1-C3D1-452B-8EB4-333F7F59E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1360" y="6492240"/>
            <a:ext cx="1170432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>
                <a:solidFill>
                  <a:srgbClr val="1B2340"/>
                </a:solidFill>
                <a:latin typeface="Calibri"/>
                <a:ea typeface="Calibri"/>
                <a:cs typeface="Calibri"/>
              </a:rPr>
              <a:t>UKKKK.exe</a:t>
            </a:r>
          </a:p>
        </p:txBody>
      </p:sp>
      <p:sp>
        <p:nvSpPr>
          <p:cNvPr id="10" name="Shape 7">
            <a:extLst xmlns:a="http://schemas.openxmlformats.org/drawingml/2006/main">
              <a:ext uri="{FF2B5EF4-FFF2-40B4-BE49-F238E27FC236}">
                <a16:creationId xmlns:a16="http://schemas.microsoft.com/office/drawing/2014/main" id="{9E0AB4A6-A26E-4A3E-BFAE-AB7F11FAB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896" y="219456"/>
            <a:ext cx="11567160" cy="59984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2225">
            <a:solidFill>
              <a:srgbClr val="1B2340"/>
            </a:solidFill>
            <a:prstDash val="solid"/>
          </a:ln>
          <a:effectLst xmlns:a="http://schemas.openxmlformats.org/drawingml/2006/main">
            <a:outerShdw blurRad="88900" dist="50800" dir="5400000" sx="100000" sy="100000" kx="0" ky="0" algn="bl" rotWithShape="0">
              <a:srgbClr val="05433D">
                <a:alpha val="40000"/>
              </a:srgbClr>
            </a:outerShdw>
          </a:effectLst>
        </p:spPr>
      </p:sp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25917F6B-4C08-46F7-A104-C5710D3D5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328" y="246888"/>
            <a:ext cx="11512296" cy="228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</p:sp>
      <p:sp>
        <p:nvSpPr>
          <p:cNvPr id="12" name="Shape 9">
            <a:extLst xmlns:a="http://schemas.openxmlformats.org/drawingml/2006/main">
              <a:ext uri="{FF2B5EF4-FFF2-40B4-BE49-F238E27FC236}">
                <a16:creationId xmlns:a16="http://schemas.microsoft.com/office/drawing/2014/main" id="{9ED89CE5-F9CD-4510-826B-DBC991F9D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896" y="219456"/>
            <a:ext cx="1156716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4ABF"/>
          </a:solidFill>
        </p:spPr>
      </p:sp>
      <p:pic>
        <p:nvPicPr>
          <p:cNvPr id="45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d080a08a2e6469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38912" y="292608"/>
            <a:ext cx="310896" cy="310896"/>
          </a:xfrm>
          <a:prstGeom xmlns:a="http://schemas.openxmlformats.org/drawingml/2006/main" prst="rect">
            <a:avLst/>
          </a:prstGeom>
        </p:spPr>
      </p:pic>
      <p:sp>
        <p:nvSpPr>
          <p:cNvPr id="14" name="Text 10">
            <a:extLst xmlns:a="http://schemas.openxmlformats.org/drawingml/2006/main">
              <a:ext uri="{FF2B5EF4-FFF2-40B4-BE49-F238E27FC236}">
                <a16:creationId xmlns:a16="http://schemas.microsoft.com/office/drawing/2014/main" id="{E60850B7-8227-4578-A349-04D5C6999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219456"/>
            <a:ext cx="932688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새싹이 오피스 길잡이   —   4 · 두 단계 담당 범위</a:t>
            </a:r>
          </a:p>
        </p:txBody>
      </p:sp>
      <p:sp>
        <p:nvSpPr>
          <p:cNvPr id="15" name="Shape 11">
            <a:extLst xmlns:a="http://schemas.openxmlformats.org/drawingml/2006/main">
              <a:ext uri="{FF2B5EF4-FFF2-40B4-BE49-F238E27FC236}">
                <a16:creationId xmlns:a16="http://schemas.microsoft.com/office/drawing/2014/main" id="{28DA0427-9E9D-4655-B338-0AF3BA5AA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3928" y="320040"/>
            <a:ext cx="265176" cy="2560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6BE"/>
          </a:solidFill>
          <a:ln xmlns:a="http://schemas.openxmlformats.org/drawingml/2006/main" w="9525">
            <a:solidFill>
              <a:srgbClr val="6B6B66"/>
            </a:solidFill>
            <a:prstDash val="solid"/>
          </a:ln>
        </p:spPr>
      </p:sp>
      <p:sp>
        <p:nvSpPr>
          <p:cNvPr id="16" name="Shape 12">
            <a:extLst xmlns:a="http://schemas.openxmlformats.org/drawingml/2006/main">
              <a:ext uri="{FF2B5EF4-FFF2-40B4-BE49-F238E27FC236}">
                <a16:creationId xmlns:a16="http://schemas.microsoft.com/office/drawing/2014/main" id="{32E76F2E-C252-4C47-A4FF-70A6EECF1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3928" y="320040"/>
            <a:ext cx="265176" cy="274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A"/>
          </a:solidFill>
        </p:spPr>
      </p:sp>
      <p:sp>
        <p:nvSpPr>
          <p:cNvPr id="17" name="Text 13">
            <a:extLst xmlns:a="http://schemas.openxmlformats.org/drawingml/2006/main">
              <a:ext uri="{FF2B5EF4-FFF2-40B4-BE49-F238E27FC236}">
                <a16:creationId xmlns:a16="http://schemas.microsoft.com/office/drawing/2014/main" id="{C2BC1127-AE2C-4977-BCF6-6453C78C7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3928" y="320040"/>
            <a:ext cx="265176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>
                <a:solidFill>
                  <a:srgbClr val="1B2340"/>
                </a:solidFill>
              </a:rPr>
              <a:t>_</a:t>
            </a:r>
          </a:p>
        </p:txBody>
      </p:sp>
      <p:sp>
        <p:nvSpPr>
          <p:cNvPr id="18" name="Shape 14">
            <a:extLst xmlns:a="http://schemas.openxmlformats.org/drawingml/2006/main">
              <a:ext uri="{FF2B5EF4-FFF2-40B4-BE49-F238E27FC236}">
                <a16:creationId xmlns:a16="http://schemas.microsoft.com/office/drawing/2014/main" id="{00F735D3-4F6B-47CE-B56F-B5EB6368A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4824" y="320040"/>
            <a:ext cx="265176" cy="2560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6BE"/>
          </a:solidFill>
          <a:ln xmlns:a="http://schemas.openxmlformats.org/drawingml/2006/main" w="9525">
            <a:solidFill>
              <a:srgbClr val="6B6B66"/>
            </a:solidFill>
            <a:prstDash val="solid"/>
          </a:ln>
        </p:spPr>
      </p:sp>
      <p:sp>
        <p:nvSpPr>
          <p:cNvPr id="19" name="Shape 15">
            <a:extLst xmlns:a="http://schemas.openxmlformats.org/drawingml/2006/main">
              <a:ext uri="{FF2B5EF4-FFF2-40B4-BE49-F238E27FC236}">
                <a16:creationId xmlns:a16="http://schemas.microsoft.com/office/drawing/2014/main" id="{A97AECAB-676D-48A8-B5E7-219269559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4824" y="320040"/>
            <a:ext cx="265176" cy="274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A"/>
          </a:solidFill>
        </p:spPr>
      </p:sp>
      <p:sp>
        <p:nvSpPr>
          <p:cNvPr id="20" name="Text 16">
            <a:extLst xmlns:a="http://schemas.openxmlformats.org/drawingml/2006/main">
              <a:ext uri="{FF2B5EF4-FFF2-40B4-BE49-F238E27FC236}">
                <a16:creationId xmlns:a16="http://schemas.microsoft.com/office/drawing/2014/main" id="{A8A3703E-3888-485F-A8A4-0EE8472D1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4824" y="320040"/>
            <a:ext cx="265176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>
                <a:solidFill>
                  <a:srgbClr val="1B2340"/>
                </a:solidFill>
              </a:rPr>
              <a:t>❑</a:t>
            </a:r>
          </a:p>
        </p:txBody>
      </p:sp>
      <p:sp>
        <p:nvSpPr>
          <p:cNvPr id="21" name="Shape 17">
            <a:extLst xmlns:a="http://schemas.openxmlformats.org/drawingml/2006/main">
              <a:ext uri="{FF2B5EF4-FFF2-40B4-BE49-F238E27FC236}">
                <a16:creationId xmlns:a16="http://schemas.microsoft.com/office/drawing/2014/main" id="{86807D00-BBCC-4318-8370-96951A2D1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5720" y="320040"/>
            <a:ext cx="265176" cy="2560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6BE"/>
          </a:solidFill>
          <a:ln xmlns:a="http://schemas.openxmlformats.org/drawingml/2006/main" w="9525">
            <a:solidFill>
              <a:srgbClr val="6B6B66"/>
            </a:solidFill>
            <a:prstDash val="solid"/>
          </a:ln>
        </p:spPr>
      </p:sp>
      <p:sp>
        <p:nvSpPr>
          <p:cNvPr id="22" name="Shape 18">
            <a:extLst xmlns:a="http://schemas.openxmlformats.org/drawingml/2006/main">
              <a:ext uri="{FF2B5EF4-FFF2-40B4-BE49-F238E27FC236}">
                <a16:creationId xmlns:a16="http://schemas.microsoft.com/office/drawing/2014/main" id="{6C1228D9-5322-4BC7-B719-A39509699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5720" y="320040"/>
            <a:ext cx="265176" cy="274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A"/>
          </a:solidFill>
        </p:spPr>
      </p:sp>
      <p:sp>
        <p:nvSpPr>
          <p:cNvPr id="23" name="Text 19">
            <a:extLst xmlns:a="http://schemas.openxmlformats.org/drawingml/2006/main">
              <a:ext uri="{FF2B5EF4-FFF2-40B4-BE49-F238E27FC236}">
                <a16:creationId xmlns:a16="http://schemas.microsoft.com/office/drawing/2014/main" id="{62A2F794-BF4F-4103-9A29-C313ED6EE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5720" y="320040"/>
            <a:ext cx="265176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>
                <a:solidFill>
                  <a:srgbClr val="1B2340"/>
                </a:solidFill>
              </a:rPr>
              <a:t>✕</a:t>
            </a:r>
          </a:p>
        </p:txBody>
      </p:sp>
      <p:sp>
        <p:nvSpPr>
          <p:cNvPr id="24" name="Text 20">
            <a:extLst xmlns:a="http://schemas.openxmlformats.org/drawingml/2006/main">
              <a:ext uri="{FF2B5EF4-FFF2-40B4-BE49-F238E27FC236}">
                <a16:creationId xmlns:a16="http://schemas.microsoft.com/office/drawing/2014/main" id="{08486EDD-FD68-4A70-9660-5E8B7A1ED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960120"/>
            <a:ext cx="12191695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b="1">
                <a:solidFill>
                  <a:srgbClr val="7C5CE0"/>
                </a:solidFill>
                <a:latin typeface="Malgun Gothic"/>
                <a:ea typeface="Malgun Gothic"/>
                <a:cs typeface="Malgun Gothic"/>
              </a:rPr>
              <a:t>정책 대분류 담당군 × 실제 R&amp;R 팀</a:t>
            </a:r>
          </a:p>
        </p:txBody>
      </p:sp>
      <p:sp>
        <p:nvSpPr>
          <p:cNvPr id="25" name="Text 21">
            <a:extLst xmlns:a="http://schemas.openxmlformats.org/drawingml/2006/main">
              <a:ext uri="{FF2B5EF4-FFF2-40B4-BE49-F238E27FC236}">
                <a16:creationId xmlns:a16="http://schemas.microsoft.com/office/drawing/2014/main" id="{EDC52F84-59FD-4596-8F0D-DB35F4A29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298448"/>
            <a:ext cx="11091672" cy="1005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08000"/>
              </a:lnSpc>
              <a:buNone/>
            </a:pPr>
            <a:r>
              <a:rPr sz="2600" b="1">
                <a:solidFill>
                  <a:srgbClr val="1B2340"/>
                </a:solidFill>
                <a:latin typeface="Malgun Gothic"/>
                <a:ea typeface="Malgun Gothic"/>
                <a:cs typeface="Malgun Gothic"/>
              </a:rPr>
              <a:t>조직명과 정책 분류를 분리해 검색 의미를 명확히 합니다</a:t>
            </a:r>
          </a:p>
        </p:txBody>
      </p:sp>
      <p:sp>
        <p:nvSpPr>
          <p:cNvPr id="26" name="Shape 22">
            <a:extLst xmlns:a="http://schemas.openxmlformats.org/drawingml/2006/main">
              <a:ext uri="{FF2B5EF4-FFF2-40B4-BE49-F238E27FC236}">
                <a16:creationId xmlns:a16="http://schemas.microsoft.com/office/drawing/2014/main" id="{21B42EC0-4394-4968-B572-12066D457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8560" y="1993392"/>
            <a:ext cx="6894576" cy="360273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B2340"/>
            </a:solidFill>
            <a:prstDash val="solid"/>
          </a:ln>
          <a:effectLst xmlns:a="http://schemas.openxmlformats.org/drawingml/2006/main">
            <a:outerShdw blurRad="101600" dist="38100" dir="5400000" sx="100000" sy="100000" kx="0" ky="0" algn="bl" rotWithShape="0">
              <a:srgbClr val="05433D">
                <a:alpha val="40000"/>
              </a:srgbClr>
            </a:outerShdw>
          </a:effectLst>
        </p:spPr>
      </p:sp>
      <p:pic>
        <p:nvPicPr>
          <p:cNvPr id="59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a84a76e76884a2f"/>
          <a:stretch xmlns:a="http://schemas.openxmlformats.org/drawingml/2006/main"/>
        </p:blipFill>
        <p:spPr>
          <a:xfrm xmlns:a="http://schemas.openxmlformats.org/drawingml/2006/main">
            <a:off x="3613575" y="2103120"/>
            <a:ext cx="4964547" cy="3383280"/>
          </a:xfrm>
          <a:prstGeom xmlns:a="http://schemas.openxmlformats.org/drawingml/2006/main" prst="rect">
            <a:avLst/>
          </a:prstGeom>
        </p:spPr>
      </p:pic>
      <p:sp>
        <p:nvSpPr>
          <p:cNvPr id="28" name="Shape 23">
            <a:extLst xmlns:a="http://schemas.openxmlformats.org/drawingml/2006/main">
              <a:ext uri="{FF2B5EF4-FFF2-40B4-BE49-F238E27FC236}">
                <a16:creationId xmlns:a16="http://schemas.microsoft.com/office/drawing/2014/main" id="{38012B29-7953-4652-8C2B-07D9F6279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7048" y="5230368"/>
            <a:ext cx="3685032" cy="6766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FBE6"/>
          </a:solidFill>
          <a:ln xmlns:a="http://schemas.openxmlformats.org/drawingml/2006/main" w="22225">
            <a:solidFill>
              <a:srgbClr val="111111"/>
            </a:solidFill>
            <a:prstDash val="solid"/>
          </a:ln>
          <a:effectLst xmlns:a="http://schemas.openxmlformats.org/drawingml/2006/main">
            <a:outerShdw blurRad="25400" dist="25400" dir="5400000" sx="100000" sy="100000" kx="0" ky="0" algn="bl" rotWithShape="0">
              <a:srgbClr val="444444">
                <a:alpha val="35000"/>
              </a:srgbClr>
            </a:outerShdw>
          </a:effectLst>
        </p:spPr>
      </p:sp>
      <p:sp>
        <p:nvSpPr>
          <p:cNvPr id="29" name="Text 24">
            <a:extLst xmlns:a="http://schemas.openxmlformats.org/drawingml/2006/main">
              <a:ext uri="{FF2B5EF4-FFF2-40B4-BE49-F238E27FC236}">
                <a16:creationId xmlns:a16="http://schemas.microsoft.com/office/drawing/2014/main" id="{C7793120-FA2B-4533-A185-E172455CB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8488" y="5230368"/>
            <a:ext cx="3502152" cy="6766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50" b="1">
                <a:solidFill>
                  <a:srgbClr val="1A2340"/>
                </a:solidFill>
                <a:latin typeface="Malgun Gothic"/>
                <a:ea typeface="Malgun Gothic"/>
                <a:cs typeface="Malgun Gothic"/>
              </a:rPr>
              <a:t>전체+팀은 1·2·3순위, 대분류+팀은 1순위 주관만 봐요</a:t>
            </a:r>
          </a:p>
        </p:txBody>
      </p:sp>
      <p:pic>
        <p:nvPicPr>
          <p:cNvPr id="62" name="Imag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d080a08a2e6469d"/>
          <a:stretch xmlns:a="http://schemas.openxmlformats.org/drawingml/2006/main"/>
        </p:blipFill>
        <p:spPr>
          <a:xfrm xmlns:a="http://schemas.openxmlformats.org/drawingml/2006/main">
            <a:off x="357406" y="4686300"/>
            <a:ext cx="1314012" cy="16192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359847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E807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D28BF50D-7557-409C-A2E1-8E6DAFB88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00800"/>
            <a:ext cx="1219169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6BE"/>
          </a:solidFill>
        </p:spPr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3CC8D8F4-6AF8-4CEC-8596-C6556EE93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00800"/>
            <a:ext cx="12191695" cy="320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A"/>
          </a:solidFill>
        </p:spPr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918AC9AB-70DA-4405-BFAB-D91EC2BDA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16" y="6483096"/>
            <a:ext cx="1051560" cy="2926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6BE"/>
          </a:solidFill>
          <a:ln xmlns:a="http://schemas.openxmlformats.org/drawingml/2006/main" w="12700">
            <a:solidFill>
              <a:srgbClr val="6B6B66"/>
            </a:solidFill>
            <a:prstDash val="solid"/>
          </a:ln>
        </p:spPr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4B916BD7-4492-4BDF-A232-14085D89E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16" y="6483096"/>
            <a:ext cx="1051560" cy="274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A"/>
          </a:solidFill>
        </p:spPr>
      </p:sp>
      <p:pic>
        <p:nvPicPr>
          <p:cNvPr id="38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8917dd4694a42b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01168" y="6510528"/>
            <a:ext cx="237744" cy="237744"/>
          </a:xfrm>
          <a:prstGeom xmlns:a="http://schemas.openxmlformats.org/drawingml/2006/main" prst="rect">
            <a:avLst/>
          </a:prstGeom>
        </p:spPr>
      </p:pic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71D0274B-0753-4D0B-804D-0EA46532D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3096"/>
            <a:ext cx="6858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1B2340"/>
                </a:solidFill>
                <a:latin typeface="Malgun Gothic"/>
                <a:ea typeface="Malgun Gothic"/>
                <a:cs typeface="Malgun Gothic"/>
              </a:rPr>
              <a:t>시작</a:t>
            </a:r>
          </a:p>
        </p:txBody>
      </p:sp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7545DC19-CABD-47D2-AEB2-F655DC565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1360" y="6492240"/>
            <a:ext cx="1170432" cy="2743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6CE"/>
          </a:solidFill>
          <a:ln xmlns:a="http://schemas.openxmlformats.org/drawingml/2006/main" w="9525">
            <a:solidFill>
              <a:srgbClr val="6B6B66"/>
            </a:solidFill>
            <a:prstDash val="solid"/>
          </a:ln>
        </p:spPr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FCCEC243-96DE-4E93-950A-128669526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1360" y="6492240"/>
            <a:ext cx="1170432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>
                <a:solidFill>
                  <a:srgbClr val="1B2340"/>
                </a:solidFill>
                <a:latin typeface="Calibri"/>
                <a:ea typeface="Calibri"/>
                <a:cs typeface="Calibri"/>
              </a:rPr>
              <a:t>UKKKK.exe</a:t>
            </a:r>
          </a:p>
        </p:txBody>
      </p:sp>
      <p:sp>
        <p:nvSpPr>
          <p:cNvPr id="10" name="Shape 7">
            <a:extLst xmlns:a="http://schemas.openxmlformats.org/drawingml/2006/main">
              <a:ext uri="{FF2B5EF4-FFF2-40B4-BE49-F238E27FC236}">
                <a16:creationId xmlns:a16="http://schemas.microsoft.com/office/drawing/2014/main" id="{3CFF1A22-268F-4F0D-9D1B-294DB3382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896" y="219456"/>
            <a:ext cx="11567160" cy="59984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2225">
            <a:solidFill>
              <a:srgbClr val="1B2340"/>
            </a:solidFill>
            <a:prstDash val="solid"/>
          </a:ln>
          <a:effectLst xmlns:a="http://schemas.openxmlformats.org/drawingml/2006/main">
            <a:outerShdw blurRad="88900" dist="50800" dir="5400000" sx="100000" sy="100000" kx="0" ky="0" algn="bl" rotWithShape="0">
              <a:srgbClr val="05433D">
                <a:alpha val="40000"/>
              </a:srgbClr>
            </a:outerShdw>
          </a:effectLst>
        </p:spPr>
      </p:sp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118843AE-E06E-45C4-AD3A-DB0FF77E3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328" y="246888"/>
            <a:ext cx="11512296" cy="228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</p:sp>
      <p:sp>
        <p:nvSpPr>
          <p:cNvPr id="12" name="Shape 9">
            <a:extLst xmlns:a="http://schemas.openxmlformats.org/drawingml/2006/main">
              <a:ext uri="{FF2B5EF4-FFF2-40B4-BE49-F238E27FC236}">
                <a16:creationId xmlns:a16="http://schemas.microsoft.com/office/drawing/2014/main" id="{E3F14FDC-14B8-49FC-B86F-CBABB267D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896" y="219456"/>
            <a:ext cx="1156716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4ABF"/>
          </a:solidFill>
        </p:spPr>
      </p:sp>
      <p:pic>
        <p:nvPicPr>
          <p:cNvPr id="45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8917dd4694a42b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38912" y="292608"/>
            <a:ext cx="310896" cy="310896"/>
          </a:xfrm>
          <a:prstGeom xmlns:a="http://schemas.openxmlformats.org/drawingml/2006/main" prst="rect">
            <a:avLst/>
          </a:prstGeom>
        </p:spPr>
      </p:pic>
      <p:sp>
        <p:nvSpPr>
          <p:cNvPr id="14" name="Text 10">
            <a:extLst xmlns:a="http://schemas.openxmlformats.org/drawingml/2006/main">
              <a:ext uri="{FF2B5EF4-FFF2-40B4-BE49-F238E27FC236}">
                <a16:creationId xmlns:a16="http://schemas.microsoft.com/office/drawing/2014/main" id="{ABBE9741-AE91-4C2F-815F-BDA884CDC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219456"/>
            <a:ext cx="932688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새싹이 오피스 길잡이   —   5 · 문제 군집과 Gap 진단</a:t>
            </a:r>
          </a:p>
        </p:txBody>
      </p:sp>
      <p:sp>
        <p:nvSpPr>
          <p:cNvPr id="15" name="Shape 11">
            <a:extLst xmlns:a="http://schemas.openxmlformats.org/drawingml/2006/main">
              <a:ext uri="{FF2B5EF4-FFF2-40B4-BE49-F238E27FC236}">
                <a16:creationId xmlns:a16="http://schemas.microsoft.com/office/drawing/2014/main" id="{5960E81D-1120-49C0-8572-BC2F14E84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3928" y="320040"/>
            <a:ext cx="265176" cy="2560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6BE"/>
          </a:solidFill>
          <a:ln xmlns:a="http://schemas.openxmlformats.org/drawingml/2006/main" w="9525">
            <a:solidFill>
              <a:srgbClr val="6B6B66"/>
            </a:solidFill>
            <a:prstDash val="solid"/>
          </a:ln>
        </p:spPr>
      </p:sp>
      <p:sp>
        <p:nvSpPr>
          <p:cNvPr id="16" name="Shape 12">
            <a:extLst xmlns:a="http://schemas.openxmlformats.org/drawingml/2006/main">
              <a:ext uri="{FF2B5EF4-FFF2-40B4-BE49-F238E27FC236}">
                <a16:creationId xmlns:a16="http://schemas.microsoft.com/office/drawing/2014/main" id="{87D5E110-381E-411C-BE5A-10ED7D0F9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3928" y="320040"/>
            <a:ext cx="265176" cy="274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A"/>
          </a:solidFill>
        </p:spPr>
      </p:sp>
      <p:sp>
        <p:nvSpPr>
          <p:cNvPr id="17" name="Text 13">
            <a:extLst xmlns:a="http://schemas.openxmlformats.org/drawingml/2006/main">
              <a:ext uri="{FF2B5EF4-FFF2-40B4-BE49-F238E27FC236}">
                <a16:creationId xmlns:a16="http://schemas.microsoft.com/office/drawing/2014/main" id="{22097747-483F-4B76-BC8A-7912C0BF9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3928" y="320040"/>
            <a:ext cx="265176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>
                <a:solidFill>
                  <a:srgbClr val="1B2340"/>
                </a:solidFill>
              </a:rPr>
              <a:t>_</a:t>
            </a:r>
          </a:p>
        </p:txBody>
      </p:sp>
      <p:sp>
        <p:nvSpPr>
          <p:cNvPr id="18" name="Shape 14">
            <a:extLst xmlns:a="http://schemas.openxmlformats.org/drawingml/2006/main">
              <a:ext uri="{FF2B5EF4-FFF2-40B4-BE49-F238E27FC236}">
                <a16:creationId xmlns:a16="http://schemas.microsoft.com/office/drawing/2014/main" id="{02323332-D03F-44F1-84E6-1371968AE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4824" y="320040"/>
            <a:ext cx="265176" cy="2560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6BE"/>
          </a:solidFill>
          <a:ln xmlns:a="http://schemas.openxmlformats.org/drawingml/2006/main" w="9525">
            <a:solidFill>
              <a:srgbClr val="6B6B66"/>
            </a:solidFill>
            <a:prstDash val="solid"/>
          </a:ln>
        </p:spPr>
      </p:sp>
      <p:sp>
        <p:nvSpPr>
          <p:cNvPr id="19" name="Shape 15">
            <a:extLst xmlns:a="http://schemas.openxmlformats.org/drawingml/2006/main">
              <a:ext uri="{FF2B5EF4-FFF2-40B4-BE49-F238E27FC236}">
                <a16:creationId xmlns:a16="http://schemas.microsoft.com/office/drawing/2014/main" id="{C069A73B-5035-466D-AABB-F346DBF23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4824" y="320040"/>
            <a:ext cx="265176" cy="274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A"/>
          </a:solidFill>
        </p:spPr>
      </p:sp>
      <p:sp>
        <p:nvSpPr>
          <p:cNvPr id="20" name="Text 16">
            <a:extLst xmlns:a="http://schemas.openxmlformats.org/drawingml/2006/main">
              <a:ext uri="{FF2B5EF4-FFF2-40B4-BE49-F238E27FC236}">
                <a16:creationId xmlns:a16="http://schemas.microsoft.com/office/drawing/2014/main" id="{6CB4084D-F84D-411A-B09F-1C78ABB3F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4824" y="320040"/>
            <a:ext cx="265176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>
                <a:solidFill>
                  <a:srgbClr val="1B2340"/>
                </a:solidFill>
              </a:rPr>
              <a:t>❑</a:t>
            </a:r>
          </a:p>
        </p:txBody>
      </p:sp>
      <p:sp>
        <p:nvSpPr>
          <p:cNvPr id="21" name="Shape 17">
            <a:extLst xmlns:a="http://schemas.openxmlformats.org/drawingml/2006/main">
              <a:ext uri="{FF2B5EF4-FFF2-40B4-BE49-F238E27FC236}">
                <a16:creationId xmlns:a16="http://schemas.microsoft.com/office/drawing/2014/main" id="{CAB25D41-0F4A-4259-BEB3-87C02BA3D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5720" y="320040"/>
            <a:ext cx="265176" cy="2560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6BE"/>
          </a:solidFill>
          <a:ln xmlns:a="http://schemas.openxmlformats.org/drawingml/2006/main" w="9525">
            <a:solidFill>
              <a:srgbClr val="6B6B66"/>
            </a:solidFill>
            <a:prstDash val="solid"/>
          </a:ln>
        </p:spPr>
      </p:sp>
      <p:sp>
        <p:nvSpPr>
          <p:cNvPr id="22" name="Shape 18">
            <a:extLst xmlns:a="http://schemas.openxmlformats.org/drawingml/2006/main">
              <a:ext uri="{FF2B5EF4-FFF2-40B4-BE49-F238E27FC236}">
                <a16:creationId xmlns:a16="http://schemas.microsoft.com/office/drawing/2014/main" id="{D55A014E-BE73-42AC-B956-9734DE9B1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5720" y="320040"/>
            <a:ext cx="265176" cy="274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A"/>
          </a:solidFill>
        </p:spPr>
      </p:sp>
      <p:sp>
        <p:nvSpPr>
          <p:cNvPr id="23" name="Text 19">
            <a:extLst xmlns:a="http://schemas.openxmlformats.org/drawingml/2006/main">
              <a:ext uri="{FF2B5EF4-FFF2-40B4-BE49-F238E27FC236}">
                <a16:creationId xmlns:a16="http://schemas.microsoft.com/office/drawing/2014/main" id="{F0BCB530-0BA0-4AC1-9727-9673F7C7D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5720" y="320040"/>
            <a:ext cx="265176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>
                <a:solidFill>
                  <a:srgbClr val="1B2340"/>
                </a:solidFill>
              </a:rPr>
              <a:t>✕</a:t>
            </a:r>
          </a:p>
        </p:txBody>
      </p:sp>
      <p:sp>
        <p:nvSpPr>
          <p:cNvPr id="24" name="Text 20">
            <a:extLst xmlns:a="http://schemas.openxmlformats.org/drawingml/2006/main">
              <a:ext uri="{FF2B5EF4-FFF2-40B4-BE49-F238E27FC236}">
                <a16:creationId xmlns:a16="http://schemas.microsoft.com/office/drawing/2014/main" id="{06E46C09-9414-471D-A8CC-303F93D74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960120"/>
            <a:ext cx="12191695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b="1">
                <a:solidFill>
                  <a:srgbClr val="7C5CE0"/>
                </a:solidFill>
                <a:latin typeface="Malgun Gothic"/>
                <a:ea typeface="Malgun Gothic"/>
                <a:cs typeface="Malgun Gothic"/>
              </a:rPr>
              <a:t>전체 57개 문제 군집 · 선택 범위별 재구성</a:t>
            </a:r>
          </a:p>
        </p:txBody>
      </p:sp>
      <p:sp>
        <p:nvSpPr>
          <p:cNvPr id="25" name="Text 21">
            <a:extLst xmlns:a="http://schemas.openxmlformats.org/drawingml/2006/main">
              <a:ext uri="{FF2B5EF4-FFF2-40B4-BE49-F238E27FC236}">
                <a16:creationId xmlns:a16="http://schemas.microsoft.com/office/drawing/2014/main" id="{FDDC75AA-7632-44E4-8A1F-45F0163B9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298448"/>
            <a:ext cx="11091672" cy="1005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08000"/>
              </a:lnSpc>
              <a:buNone/>
            </a:pPr>
            <a:r>
              <a:rPr sz="2600" b="1">
                <a:solidFill>
                  <a:srgbClr val="1B2340"/>
                </a:solidFill>
                <a:latin typeface="Malgun Gothic"/>
                <a:ea typeface="Malgun Gothic"/>
                <a:cs typeface="Malgun Gothic"/>
              </a:rPr>
              <a:t>개별 제안을 넘어 반복되는 문제 단위로 판단합니다</a:t>
            </a:r>
          </a:p>
        </p:txBody>
      </p:sp>
      <p:sp>
        <p:nvSpPr>
          <p:cNvPr id="26" name="Shape 22">
            <a:extLst xmlns:a="http://schemas.openxmlformats.org/drawingml/2006/main">
              <a:ext uri="{FF2B5EF4-FFF2-40B4-BE49-F238E27FC236}">
                <a16:creationId xmlns:a16="http://schemas.microsoft.com/office/drawing/2014/main" id="{1F2BB539-D185-4EB9-9261-9F2B7D19B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8560" y="1993392"/>
            <a:ext cx="6894576" cy="360273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B2340"/>
            </a:solidFill>
            <a:prstDash val="solid"/>
          </a:ln>
          <a:effectLst xmlns:a="http://schemas.openxmlformats.org/drawingml/2006/main">
            <a:outerShdw blurRad="101600" dist="38100" dir="5400000" sx="100000" sy="100000" kx="0" ky="0" algn="bl" rotWithShape="0">
              <a:srgbClr val="05433D">
                <a:alpha val="40000"/>
              </a:srgbClr>
            </a:outerShdw>
          </a:effectLst>
        </p:spPr>
      </p:sp>
      <p:pic>
        <p:nvPicPr>
          <p:cNvPr id="59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0b68325830644fd"/>
          <a:stretch xmlns:a="http://schemas.openxmlformats.org/drawingml/2006/main"/>
        </p:blipFill>
        <p:spPr>
          <a:xfrm xmlns:a="http://schemas.openxmlformats.org/drawingml/2006/main">
            <a:off x="2922757" y="2103120"/>
            <a:ext cx="6346182" cy="3383280"/>
          </a:xfrm>
          <a:prstGeom xmlns:a="http://schemas.openxmlformats.org/drawingml/2006/main" prst="rect">
            <a:avLst/>
          </a:prstGeom>
        </p:spPr>
      </p:pic>
      <p:sp>
        <p:nvSpPr>
          <p:cNvPr id="28" name="Shape 23">
            <a:extLst xmlns:a="http://schemas.openxmlformats.org/drawingml/2006/main">
              <a:ext uri="{FF2B5EF4-FFF2-40B4-BE49-F238E27FC236}">
                <a16:creationId xmlns:a16="http://schemas.microsoft.com/office/drawing/2014/main" id="{7CC6B6B6-BAEA-42CD-B4FC-C7F1B6C15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7048" y="5230368"/>
            <a:ext cx="3515868" cy="6766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FBE6"/>
          </a:solidFill>
          <a:ln xmlns:a="http://schemas.openxmlformats.org/drawingml/2006/main" w="22225">
            <a:solidFill>
              <a:srgbClr val="111111"/>
            </a:solidFill>
            <a:prstDash val="solid"/>
          </a:ln>
          <a:effectLst xmlns:a="http://schemas.openxmlformats.org/drawingml/2006/main">
            <a:outerShdw blurRad="25400" dist="25400" dir="5400000" sx="100000" sy="100000" kx="0" ky="0" algn="bl" rotWithShape="0">
              <a:srgbClr val="444444">
                <a:alpha val="35000"/>
              </a:srgbClr>
            </a:outerShdw>
          </a:effectLst>
        </p:spPr>
      </p:sp>
      <p:sp>
        <p:nvSpPr>
          <p:cNvPr id="29" name="Text 24">
            <a:extLst xmlns:a="http://schemas.openxmlformats.org/drawingml/2006/main">
              <a:ext uri="{FF2B5EF4-FFF2-40B4-BE49-F238E27FC236}">
                <a16:creationId xmlns:a16="http://schemas.microsoft.com/office/drawing/2014/main" id="{86004E55-CC3C-4FD6-B153-A6CFE30AC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8488" y="5230368"/>
            <a:ext cx="3332988" cy="6766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50" b="1">
                <a:solidFill>
                  <a:srgbClr val="1A2340"/>
                </a:solidFill>
                <a:latin typeface="Malgun Gothic"/>
                <a:ea typeface="Malgun Gothic"/>
                <a:cs typeface="Malgun Gothic"/>
              </a:rPr>
              <a:t>점수는 검토 우선순위이며 정책 결정 자체가 아니에요</a:t>
            </a:r>
          </a:p>
        </p:txBody>
      </p:sp>
      <p:pic>
        <p:nvPicPr>
          <p:cNvPr id="62" name="Imag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8917dd4694a42b3"/>
          <a:stretch xmlns:a="http://schemas.openxmlformats.org/drawingml/2006/main"/>
        </p:blipFill>
        <p:spPr>
          <a:xfrm xmlns:a="http://schemas.openxmlformats.org/drawingml/2006/main">
            <a:off x="357406" y="4686300"/>
            <a:ext cx="1314012" cy="16192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041265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E807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CABE5180-73FC-4DCE-91D4-D6EBBC3C2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00800"/>
            <a:ext cx="1219169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6BE"/>
          </a:solidFill>
        </p:spPr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F90A7FB6-EE89-4028-9CB0-C4D2779AC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00800"/>
            <a:ext cx="12191695" cy="320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A"/>
          </a:solidFill>
        </p:spPr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8870F790-A103-4855-A82C-F9C5164ED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16" y="6483096"/>
            <a:ext cx="1051560" cy="2926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6BE"/>
          </a:solidFill>
          <a:ln xmlns:a="http://schemas.openxmlformats.org/drawingml/2006/main" w="12700">
            <a:solidFill>
              <a:srgbClr val="6B6B66"/>
            </a:solidFill>
            <a:prstDash val="solid"/>
          </a:ln>
        </p:spPr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57A9C996-6C9D-4DB1-A241-3F0EEA1F1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16" y="6483096"/>
            <a:ext cx="1051560" cy="274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A"/>
          </a:solidFill>
        </p:spPr>
      </p:sp>
      <p:pic>
        <p:nvPicPr>
          <p:cNvPr id="59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8095140bd8e457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01168" y="6510528"/>
            <a:ext cx="237744" cy="237744"/>
          </a:xfrm>
          <a:prstGeom xmlns:a="http://schemas.openxmlformats.org/drawingml/2006/main" prst="rect">
            <a:avLst/>
          </a:prstGeom>
        </p:spPr>
      </p:pic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EA9A31C8-D431-4427-AC68-1B0FAEF3D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3096"/>
            <a:ext cx="6858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1B2340"/>
                </a:solidFill>
                <a:latin typeface="Malgun Gothic"/>
                <a:ea typeface="Malgun Gothic"/>
                <a:cs typeface="Malgun Gothic"/>
              </a:rPr>
              <a:t>시작</a:t>
            </a:r>
          </a:p>
        </p:txBody>
      </p:sp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EF126725-0516-465E-826C-05C0F0C11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1360" y="6492240"/>
            <a:ext cx="1170432" cy="2743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6CE"/>
          </a:solidFill>
          <a:ln xmlns:a="http://schemas.openxmlformats.org/drawingml/2006/main" w="9525">
            <a:solidFill>
              <a:srgbClr val="6B6B66"/>
            </a:solidFill>
            <a:prstDash val="solid"/>
          </a:ln>
        </p:spPr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46835C2F-4ABA-48B9-8ECD-CC0489F13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1360" y="6492240"/>
            <a:ext cx="1170432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>
                <a:solidFill>
                  <a:srgbClr val="1B2340"/>
                </a:solidFill>
                <a:latin typeface="Calibri"/>
                <a:ea typeface="Calibri"/>
                <a:cs typeface="Calibri"/>
              </a:rPr>
              <a:t>UKKKK.exe</a:t>
            </a:r>
          </a:p>
        </p:txBody>
      </p:sp>
      <p:sp>
        <p:nvSpPr>
          <p:cNvPr id="10" name="Shape 7">
            <a:extLst xmlns:a="http://schemas.openxmlformats.org/drawingml/2006/main">
              <a:ext uri="{FF2B5EF4-FFF2-40B4-BE49-F238E27FC236}">
                <a16:creationId xmlns:a16="http://schemas.microsoft.com/office/drawing/2014/main" id="{5899C8AF-A655-4893-A625-545C9281B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896" y="219456"/>
            <a:ext cx="11567160" cy="59984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2225">
            <a:solidFill>
              <a:srgbClr val="1B2340"/>
            </a:solidFill>
            <a:prstDash val="solid"/>
          </a:ln>
          <a:effectLst xmlns:a="http://schemas.openxmlformats.org/drawingml/2006/main">
            <a:outerShdw blurRad="88900" dist="50800" dir="5400000" sx="100000" sy="100000" kx="0" ky="0" algn="bl" rotWithShape="0">
              <a:srgbClr val="05433D">
                <a:alpha val="40000"/>
              </a:srgbClr>
            </a:outerShdw>
          </a:effectLst>
        </p:spPr>
      </p:sp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7A71DBDD-E960-48B8-9984-7F10A460F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328" y="246888"/>
            <a:ext cx="11512296" cy="228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</p:sp>
      <p:sp>
        <p:nvSpPr>
          <p:cNvPr id="12" name="Shape 9">
            <a:extLst xmlns:a="http://schemas.openxmlformats.org/drawingml/2006/main">
              <a:ext uri="{FF2B5EF4-FFF2-40B4-BE49-F238E27FC236}">
                <a16:creationId xmlns:a16="http://schemas.microsoft.com/office/drawing/2014/main" id="{3D190EC8-26EE-4805-839F-F3F738529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896" y="219456"/>
            <a:ext cx="1156716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4ABF"/>
          </a:solidFill>
        </p:spPr>
      </p:sp>
      <p:pic>
        <p:nvPicPr>
          <p:cNvPr id="66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8095140bd8e457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38912" y="292608"/>
            <a:ext cx="310896" cy="310896"/>
          </a:xfrm>
          <a:prstGeom xmlns:a="http://schemas.openxmlformats.org/drawingml/2006/main" prst="rect">
            <a:avLst/>
          </a:prstGeom>
        </p:spPr>
      </p:pic>
      <p:sp>
        <p:nvSpPr>
          <p:cNvPr id="14" name="Text 10">
            <a:extLst xmlns:a="http://schemas.openxmlformats.org/drawingml/2006/main">
              <a:ext uri="{FF2B5EF4-FFF2-40B4-BE49-F238E27FC236}">
                <a16:creationId xmlns:a16="http://schemas.microsoft.com/office/drawing/2014/main" id="{FEE87D8F-C918-494A-8CB3-FC69C5BA3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219456"/>
            <a:ext cx="932688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새싹이 오피스 길잡이   —   6 · 8개 화면</a:t>
            </a:r>
          </a:p>
        </p:txBody>
      </p:sp>
      <p:sp>
        <p:nvSpPr>
          <p:cNvPr id="15" name="Shape 11">
            <a:extLst xmlns:a="http://schemas.openxmlformats.org/drawingml/2006/main">
              <a:ext uri="{FF2B5EF4-FFF2-40B4-BE49-F238E27FC236}">
                <a16:creationId xmlns:a16="http://schemas.microsoft.com/office/drawing/2014/main" id="{158A1966-D186-4A76-83BE-2765C1E21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3928" y="320040"/>
            <a:ext cx="265176" cy="2560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6BE"/>
          </a:solidFill>
          <a:ln xmlns:a="http://schemas.openxmlformats.org/drawingml/2006/main" w="9525">
            <a:solidFill>
              <a:srgbClr val="6B6B66"/>
            </a:solidFill>
            <a:prstDash val="solid"/>
          </a:ln>
        </p:spPr>
      </p:sp>
      <p:sp>
        <p:nvSpPr>
          <p:cNvPr id="16" name="Shape 12">
            <a:extLst xmlns:a="http://schemas.openxmlformats.org/drawingml/2006/main">
              <a:ext uri="{FF2B5EF4-FFF2-40B4-BE49-F238E27FC236}">
                <a16:creationId xmlns:a16="http://schemas.microsoft.com/office/drawing/2014/main" id="{17390D3E-4979-46AC-B7C9-4D88BEA99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3928" y="320040"/>
            <a:ext cx="265176" cy="274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A"/>
          </a:solidFill>
        </p:spPr>
      </p:sp>
      <p:sp>
        <p:nvSpPr>
          <p:cNvPr id="17" name="Text 13">
            <a:extLst xmlns:a="http://schemas.openxmlformats.org/drawingml/2006/main">
              <a:ext uri="{FF2B5EF4-FFF2-40B4-BE49-F238E27FC236}">
                <a16:creationId xmlns:a16="http://schemas.microsoft.com/office/drawing/2014/main" id="{33C1429F-E157-4672-BF50-3D2F102E4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3928" y="320040"/>
            <a:ext cx="265176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>
                <a:solidFill>
                  <a:srgbClr val="1B2340"/>
                </a:solidFill>
              </a:rPr>
              <a:t>_</a:t>
            </a:r>
          </a:p>
        </p:txBody>
      </p:sp>
      <p:sp>
        <p:nvSpPr>
          <p:cNvPr id="18" name="Shape 14">
            <a:extLst xmlns:a="http://schemas.openxmlformats.org/drawingml/2006/main">
              <a:ext uri="{FF2B5EF4-FFF2-40B4-BE49-F238E27FC236}">
                <a16:creationId xmlns:a16="http://schemas.microsoft.com/office/drawing/2014/main" id="{F9D57518-4838-408F-B40F-2B9AAE742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4824" y="320040"/>
            <a:ext cx="265176" cy="2560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6BE"/>
          </a:solidFill>
          <a:ln xmlns:a="http://schemas.openxmlformats.org/drawingml/2006/main" w="9525">
            <a:solidFill>
              <a:srgbClr val="6B6B66"/>
            </a:solidFill>
            <a:prstDash val="solid"/>
          </a:ln>
        </p:spPr>
      </p:sp>
      <p:sp>
        <p:nvSpPr>
          <p:cNvPr id="19" name="Shape 15">
            <a:extLst xmlns:a="http://schemas.openxmlformats.org/drawingml/2006/main">
              <a:ext uri="{FF2B5EF4-FFF2-40B4-BE49-F238E27FC236}">
                <a16:creationId xmlns:a16="http://schemas.microsoft.com/office/drawing/2014/main" id="{8C7A8405-5085-4340-8AC5-58E98555A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4824" y="320040"/>
            <a:ext cx="265176" cy="274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A"/>
          </a:solidFill>
        </p:spPr>
      </p:sp>
      <p:sp>
        <p:nvSpPr>
          <p:cNvPr id="20" name="Text 16">
            <a:extLst xmlns:a="http://schemas.openxmlformats.org/drawingml/2006/main">
              <a:ext uri="{FF2B5EF4-FFF2-40B4-BE49-F238E27FC236}">
                <a16:creationId xmlns:a16="http://schemas.microsoft.com/office/drawing/2014/main" id="{347ED5A7-BE59-4FE5-BFB7-AB6182A2F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4824" y="320040"/>
            <a:ext cx="265176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>
                <a:solidFill>
                  <a:srgbClr val="1B2340"/>
                </a:solidFill>
              </a:rPr>
              <a:t>❑</a:t>
            </a:r>
          </a:p>
        </p:txBody>
      </p:sp>
      <p:sp>
        <p:nvSpPr>
          <p:cNvPr id="21" name="Shape 17">
            <a:extLst xmlns:a="http://schemas.openxmlformats.org/drawingml/2006/main">
              <a:ext uri="{FF2B5EF4-FFF2-40B4-BE49-F238E27FC236}">
                <a16:creationId xmlns:a16="http://schemas.microsoft.com/office/drawing/2014/main" id="{C5CDF375-ADC5-4ED8-B253-EA41DC1DF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5720" y="320040"/>
            <a:ext cx="265176" cy="2560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6BE"/>
          </a:solidFill>
          <a:ln xmlns:a="http://schemas.openxmlformats.org/drawingml/2006/main" w="9525">
            <a:solidFill>
              <a:srgbClr val="6B6B66"/>
            </a:solidFill>
            <a:prstDash val="solid"/>
          </a:ln>
        </p:spPr>
      </p:sp>
      <p:sp>
        <p:nvSpPr>
          <p:cNvPr id="22" name="Shape 18">
            <a:extLst xmlns:a="http://schemas.openxmlformats.org/drawingml/2006/main">
              <a:ext uri="{FF2B5EF4-FFF2-40B4-BE49-F238E27FC236}">
                <a16:creationId xmlns:a16="http://schemas.microsoft.com/office/drawing/2014/main" id="{5050379D-7D18-4401-AC2E-95FED1421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5720" y="320040"/>
            <a:ext cx="265176" cy="274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A"/>
          </a:solidFill>
        </p:spPr>
      </p:sp>
      <p:sp>
        <p:nvSpPr>
          <p:cNvPr id="23" name="Text 19">
            <a:extLst xmlns:a="http://schemas.openxmlformats.org/drawingml/2006/main">
              <a:ext uri="{FF2B5EF4-FFF2-40B4-BE49-F238E27FC236}">
                <a16:creationId xmlns:a16="http://schemas.microsoft.com/office/drawing/2014/main" id="{BE3E42FE-B46A-4453-A0DE-E911A4A84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5720" y="320040"/>
            <a:ext cx="265176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>
                <a:solidFill>
                  <a:srgbClr val="1B2340"/>
                </a:solidFill>
              </a:rPr>
              <a:t>✕</a:t>
            </a:r>
          </a:p>
        </p:txBody>
      </p:sp>
      <p:sp>
        <p:nvSpPr>
          <p:cNvPr id="24" name="Text 20">
            <a:extLst xmlns:a="http://schemas.openxmlformats.org/drawingml/2006/main">
              <a:ext uri="{FF2B5EF4-FFF2-40B4-BE49-F238E27FC236}">
                <a16:creationId xmlns:a16="http://schemas.microsoft.com/office/drawing/2014/main" id="{2C96287D-4104-4D0F-8BFE-DD18BBC2B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280160"/>
            <a:ext cx="12191695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b="1">
                <a:solidFill>
                  <a:srgbClr val="7C5CE0"/>
                </a:solidFill>
                <a:latin typeface="Malgun Gothic"/>
                <a:ea typeface="Malgun Gothic"/>
                <a:cs typeface="Malgun Gothic"/>
              </a:rPr>
              <a:t>8개 화면 · 공통 담당 범위 연동</a:t>
            </a:r>
          </a:p>
        </p:txBody>
      </p:sp>
      <p:sp>
        <p:nvSpPr>
          <p:cNvPr id="25" name="Text 21">
            <a:extLst xmlns:a="http://schemas.openxmlformats.org/drawingml/2006/main">
              <a:ext uri="{FF2B5EF4-FFF2-40B4-BE49-F238E27FC236}">
                <a16:creationId xmlns:a16="http://schemas.microsoft.com/office/drawing/2014/main" id="{6D344160-1E25-4C7F-A5DC-A725A1464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627632"/>
            <a:ext cx="11091672" cy="1005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08000"/>
              </a:lnSpc>
              <a:buNone/>
            </a:pPr>
            <a:r>
              <a:rPr sz="3200" b="1">
                <a:solidFill>
                  <a:srgbClr val="1B2340"/>
                </a:solidFill>
                <a:latin typeface="Malgun Gothic"/>
                <a:ea typeface="Malgun Gothic"/>
                <a:cs typeface="Malgun Gothic"/>
              </a:rPr>
              <a:t>각 화면은 다른 질문에 답하지만 선택 범위는 하나로 이어집니다</a:t>
            </a:r>
          </a:p>
        </p:txBody>
      </p:sp>
      <p:sp>
        <p:nvSpPr>
          <p:cNvPr id="26" name="Shape 22">
            <a:extLst xmlns:a="http://schemas.openxmlformats.org/drawingml/2006/main">
              <a:ext uri="{FF2B5EF4-FFF2-40B4-BE49-F238E27FC236}">
                <a16:creationId xmlns:a16="http://schemas.microsoft.com/office/drawing/2014/main" id="{66336C66-E5D0-480C-AF5F-1E5C6371D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328" y="2697480"/>
            <a:ext cx="2487168" cy="6583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C"/>
          </a:solidFill>
          <a:ln xmlns:a="http://schemas.openxmlformats.org/drawingml/2006/main" w="12700">
            <a:solidFill>
              <a:srgbClr val="D4DAF0"/>
            </a:solidFill>
            <a:prstDash val="solid"/>
          </a:ln>
        </p:spPr>
      </p:sp>
      <p:sp>
        <p:nvSpPr>
          <p:cNvPr id="27" name="Text 23">
            <a:extLst xmlns:a="http://schemas.openxmlformats.org/drawingml/2006/main">
              <a:ext uri="{FF2B5EF4-FFF2-40B4-BE49-F238E27FC236}">
                <a16:creationId xmlns:a16="http://schemas.microsoft.com/office/drawing/2014/main" id="{8D45C03F-7930-4191-8118-376ED1061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344" y="2697480"/>
            <a:ext cx="365760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7C5CE0"/>
                </a:solidFill>
                <a:latin typeface="Calibri"/>
                <a:ea typeface="Calibri"/>
                <a:cs typeface="Calibri"/>
              </a:rPr>
              <a:t>1</a:t>
            </a:r>
          </a:p>
        </p:txBody>
      </p:sp>
      <p:sp>
        <p:nvSpPr>
          <p:cNvPr id="28" name="Text 24">
            <a:extLst xmlns:a="http://schemas.openxmlformats.org/drawingml/2006/main">
              <a:ext uri="{FF2B5EF4-FFF2-40B4-BE49-F238E27FC236}">
                <a16:creationId xmlns:a16="http://schemas.microsoft.com/office/drawing/2014/main" id="{5D4080DB-92A1-4B09-9239-69F8C177F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9528" y="2697480"/>
            <a:ext cx="1938528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1B2340"/>
                </a:solidFill>
                <a:latin typeface="Malgun Gothic"/>
                <a:ea typeface="Malgun Gothic"/>
                <a:cs typeface="Malgun Gothic"/>
              </a:rPr>
              <a:t>수요 현황</a:t>
            </a:r>
          </a:p>
        </p:txBody>
      </p:sp>
      <p:sp>
        <p:nvSpPr>
          <p:cNvPr id="29" name="Shape 25">
            <a:extLst xmlns:a="http://schemas.openxmlformats.org/drawingml/2006/main">
              <a:ext uri="{FF2B5EF4-FFF2-40B4-BE49-F238E27FC236}">
                <a16:creationId xmlns:a16="http://schemas.microsoft.com/office/drawing/2014/main" id="{4D4C4A1F-A6DE-4C62-A4CB-DFA003530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8952" y="2697480"/>
            <a:ext cx="2487168" cy="6583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C"/>
          </a:solidFill>
          <a:ln xmlns:a="http://schemas.openxmlformats.org/drawingml/2006/main" w="12700">
            <a:solidFill>
              <a:srgbClr val="D4DAF0"/>
            </a:solidFill>
            <a:prstDash val="solid"/>
          </a:ln>
        </p:spPr>
      </p:sp>
      <p:sp>
        <p:nvSpPr>
          <p:cNvPr id="30" name="Text 26">
            <a:extLst xmlns:a="http://schemas.openxmlformats.org/drawingml/2006/main">
              <a:ext uri="{FF2B5EF4-FFF2-40B4-BE49-F238E27FC236}">
                <a16:creationId xmlns:a16="http://schemas.microsoft.com/office/drawing/2014/main" id="{99A1A54D-31E1-4454-A944-625730A3F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6968" y="2697480"/>
            <a:ext cx="365760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7C5CE0"/>
                </a:solidFill>
                <a:latin typeface="Calibri"/>
                <a:ea typeface="Calibri"/>
                <a:cs typeface="Calibri"/>
              </a:rPr>
              <a:t>2</a:t>
            </a:r>
          </a:p>
        </p:txBody>
      </p:sp>
      <p:sp>
        <p:nvSpPr>
          <p:cNvPr id="31" name="Text 27">
            <a:extLst xmlns:a="http://schemas.openxmlformats.org/drawingml/2006/main">
              <a:ext uri="{FF2B5EF4-FFF2-40B4-BE49-F238E27FC236}">
                <a16:creationId xmlns:a16="http://schemas.microsoft.com/office/drawing/2014/main" id="{2AEBCED9-70AB-432B-ADCA-2ED01E725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6152" y="2697480"/>
            <a:ext cx="1938528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1B2340"/>
                </a:solidFill>
                <a:latin typeface="Malgun Gothic"/>
                <a:ea typeface="Malgun Gothic"/>
                <a:cs typeface="Malgun Gothic"/>
              </a:rPr>
              <a:t>시민 목소리</a:t>
            </a:r>
          </a:p>
        </p:txBody>
      </p:sp>
      <p:sp>
        <p:nvSpPr>
          <p:cNvPr id="32" name="Shape 28">
            <a:extLst xmlns:a="http://schemas.openxmlformats.org/drawingml/2006/main">
              <a:ext uri="{FF2B5EF4-FFF2-40B4-BE49-F238E27FC236}">
                <a16:creationId xmlns:a16="http://schemas.microsoft.com/office/drawing/2014/main" id="{6C73ED73-D243-4B62-A291-FC3951631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5576" y="2697480"/>
            <a:ext cx="2487168" cy="6583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C"/>
          </a:solidFill>
          <a:ln xmlns:a="http://schemas.openxmlformats.org/drawingml/2006/main" w="12700">
            <a:solidFill>
              <a:srgbClr val="D4DAF0"/>
            </a:solidFill>
            <a:prstDash val="solid"/>
          </a:ln>
        </p:spPr>
      </p:sp>
      <p:sp>
        <p:nvSpPr>
          <p:cNvPr id="33" name="Text 29">
            <a:extLst xmlns:a="http://schemas.openxmlformats.org/drawingml/2006/main">
              <a:ext uri="{FF2B5EF4-FFF2-40B4-BE49-F238E27FC236}">
                <a16:creationId xmlns:a16="http://schemas.microsoft.com/office/drawing/2014/main" id="{FD84CB2E-252C-419D-9888-F905E8122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3592" y="2697480"/>
            <a:ext cx="365760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7C5CE0"/>
                </a:solidFill>
                <a:latin typeface="Calibri"/>
                <a:ea typeface="Calibri"/>
                <a:cs typeface="Calibri"/>
              </a:rPr>
              <a:t>3</a:t>
            </a:r>
          </a:p>
        </p:txBody>
      </p:sp>
      <p:sp>
        <p:nvSpPr>
          <p:cNvPr id="34" name="Text 30">
            <a:extLst xmlns:a="http://schemas.openxmlformats.org/drawingml/2006/main">
              <a:ext uri="{FF2B5EF4-FFF2-40B4-BE49-F238E27FC236}">
                <a16:creationId xmlns:a16="http://schemas.microsoft.com/office/drawing/2014/main" id="{6591C5A4-05B6-4950-86F0-6B3AEF8D7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2776" y="2697480"/>
            <a:ext cx="1938528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1B2340"/>
                </a:solidFill>
                <a:latin typeface="Malgun Gothic"/>
                <a:ea typeface="Malgun Gothic"/>
                <a:cs typeface="Malgun Gothic"/>
              </a:rPr>
              <a:t>긴급 민원</a:t>
            </a:r>
          </a:p>
        </p:txBody>
      </p:sp>
      <p:sp>
        <p:nvSpPr>
          <p:cNvPr id="35" name="Shape 31">
            <a:extLst xmlns:a="http://schemas.openxmlformats.org/drawingml/2006/main">
              <a:ext uri="{FF2B5EF4-FFF2-40B4-BE49-F238E27FC236}">
                <a16:creationId xmlns:a16="http://schemas.microsoft.com/office/drawing/2014/main" id="{66B1B259-AC06-4A51-B5EF-21ED5E11A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2200" y="2697480"/>
            <a:ext cx="2487168" cy="6583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C"/>
          </a:solidFill>
          <a:ln xmlns:a="http://schemas.openxmlformats.org/drawingml/2006/main" w="12700">
            <a:solidFill>
              <a:srgbClr val="D4DAF0"/>
            </a:solidFill>
            <a:prstDash val="solid"/>
          </a:ln>
        </p:spPr>
      </p:sp>
      <p:sp>
        <p:nvSpPr>
          <p:cNvPr id="36" name="Text 32">
            <a:extLst xmlns:a="http://schemas.openxmlformats.org/drawingml/2006/main">
              <a:ext uri="{FF2B5EF4-FFF2-40B4-BE49-F238E27FC236}">
                <a16:creationId xmlns:a16="http://schemas.microsoft.com/office/drawing/2014/main" id="{1DF9A24D-DFEE-4B49-A8C7-81571EB8B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0216" y="2697480"/>
            <a:ext cx="365760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7C5CE0"/>
                </a:solidFill>
                <a:latin typeface="Calibri"/>
                <a:ea typeface="Calibri"/>
                <a:cs typeface="Calibri"/>
              </a:rPr>
              <a:t>4</a:t>
            </a:r>
          </a:p>
        </p:txBody>
      </p:sp>
      <p:sp>
        <p:nvSpPr>
          <p:cNvPr id="37" name="Text 33">
            <a:extLst xmlns:a="http://schemas.openxmlformats.org/drawingml/2006/main">
              <a:ext uri="{FF2B5EF4-FFF2-40B4-BE49-F238E27FC236}">
                <a16:creationId xmlns:a16="http://schemas.microsoft.com/office/drawing/2014/main" id="{971B0AB3-6BE5-473F-941D-D808CCEB7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69400" y="2697480"/>
            <a:ext cx="1938528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1B2340"/>
                </a:solidFill>
                <a:latin typeface="Malgun Gothic"/>
                <a:ea typeface="Malgun Gothic"/>
                <a:cs typeface="Malgun Gothic"/>
              </a:rPr>
              <a:t>현행 정책</a:t>
            </a:r>
          </a:p>
        </p:txBody>
      </p:sp>
      <p:sp>
        <p:nvSpPr>
          <p:cNvPr id="38" name="Shape 34">
            <a:extLst xmlns:a="http://schemas.openxmlformats.org/drawingml/2006/main">
              <a:ext uri="{FF2B5EF4-FFF2-40B4-BE49-F238E27FC236}">
                <a16:creationId xmlns:a16="http://schemas.microsoft.com/office/drawing/2014/main" id="{AA4E36B6-35DC-4F76-B675-0ADF076E3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328" y="3557016"/>
            <a:ext cx="2487168" cy="6583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C"/>
          </a:solidFill>
          <a:ln xmlns:a="http://schemas.openxmlformats.org/drawingml/2006/main" w="12700">
            <a:solidFill>
              <a:srgbClr val="D4DAF0"/>
            </a:solidFill>
            <a:prstDash val="solid"/>
          </a:ln>
        </p:spPr>
      </p:sp>
      <p:sp>
        <p:nvSpPr>
          <p:cNvPr id="39" name="Text 35">
            <a:extLst xmlns:a="http://schemas.openxmlformats.org/drawingml/2006/main">
              <a:ext uri="{FF2B5EF4-FFF2-40B4-BE49-F238E27FC236}">
                <a16:creationId xmlns:a16="http://schemas.microsoft.com/office/drawing/2014/main" id="{F4DDC87E-C262-4C23-9F92-45DE84E39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344" y="3557016"/>
            <a:ext cx="365760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7C5CE0"/>
                </a:solidFill>
                <a:latin typeface="Calibri"/>
                <a:ea typeface="Calibri"/>
                <a:cs typeface="Calibri"/>
              </a:rPr>
              <a:t>5</a:t>
            </a:r>
          </a:p>
        </p:txBody>
      </p:sp>
      <p:sp>
        <p:nvSpPr>
          <p:cNvPr id="40" name="Text 36">
            <a:extLst xmlns:a="http://schemas.openxmlformats.org/drawingml/2006/main">
              <a:ext uri="{FF2B5EF4-FFF2-40B4-BE49-F238E27FC236}">
                <a16:creationId xmlns:a16="http://schemas.microsoft.com/office/drawing/2014/main" id="{9F941046-BAB1-4C1B-A453-E9F78A66D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9528" y="3557016"/>
            <a:ext cx="1938528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1B2340"/>
                </a:solidFill>
                <a:latin typeface="Malgun Gothic"/>
                <a:ea typeface="Malgun Gothic"/>
                <a:cs typeface="Malgun Gothic"/>
              </a:rPr>
              <a:t>정책 사각지대</a:t>
            </a:r>
          </a:p>
        </p:txBody>
      </p:sp>
      <p:sp>
        <p:nvSpPr>
          <p:cNvPr id="41" name="Shape 37">
            <a:extLst xmlns:a="http://schemas.openxmlformats.org/drawingml/2006/main">
              <a:ext uri="{FF2B5EF4-FFF2-40B4-BE49-F238E27FC236}">
                <a16:creationId xmlns:a16="http://schemas.microsoft.com/office/drawing/2014/main" id="{CA3AF210-BACB-4725-B0A6-A8D3D00DA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8952" y="3557016"/>
            <a:ext cx="2487168" cy="6583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C"/>
          </a:solidFill>
          <a:ln xmlns:a="http://schemas.openxmlformats.org/drawingml/2006/main" w="12700">
            <a:solidFill>
              <a:srgbClr val="D4DAF0"/>
            </a:solidFill>
            <a:prstDash val="solid"/>
          </a:ln>
        </p:spPr>
      </p:sp>
      <p:sp>
        <p:nvSpPr>
          <p:cNvPr id="42" name="Text 38">
            <a:extLst xmlns:a="http://schemas.openxmlformats.org/drawingml/2006/main">
              <a:ext uri="{FF2B5EF4-FFF2-40B4-BE49-F238E27FC236}">
                <a16:creationId xmlns:a16="http://schemas.microsoft.com/office/drawing/2014/main" id="{03450745-E85E-4BC0-9C3C-5B8D0794F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6968" y="3557016"/>
            <a:ext cx="365760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7C5CE0"/>
                </a:solidFill>
                <a:latin typeface="Calibri"/>
                <a:ea typeface="Calibri"/>
                <a:cs typeface="Calibri"/>
              </a:rPr>
              <a:t>6</a:t>
            </a:r>
          </a:p>
        </p:txBody>
      </p:sp>
      <p:sp>
        <p:nvSpPr>
          <p:cNvPr id="43" name="Text 39">
            <a:extLst xmlns:a="http://schemas.openxmlformats.org/drawingml/2006/main">
              <a:ext uri="{FF2B5EF4-FFF2-40B4-BE49-F238E27FC236}">
                <a16:creationId xmlns:a16="http://schemas.microsoft.com/office/drawing/2014/main" id="{A42484F5-2DFD-4631-9ACC-4110EB64E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6152" y="3557016"/>
            <a:ext cx="1938528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1B2340"/>
                </a:solidFill>
                <a:latin typeface="Malgun Gothic"/>
                <a:ea typeface="Malgun Gothic"/>
                <a:cs typeface="Malgun Gothic"/>
              </a:rPr>
              <a:t>자치구 통계</a:t>
            </a:r>
          </a:p>
        </p:txBody>
      </p:sp>
      <p:sp>
        <p:nvSpPr>
          <p:cNvPr id="44" name="Shape 40">
            <a:extLst xmlns:a="http://schemas.openxmlformats.org/drawingml/2006/main">
              <a:ext uri="{FF2B5EF4-FFF2-40B4-BE49-F238E27FC236}">
                <a16:creationId xmlns:a16="http://schemas.microsoft.com/office/drawing/2014/main" id="{98660215-2AD5-4C56-92A4-1CEBDD878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5576" y="3557016"/>
            <a:ext cx="2487168" cy="6583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C"/>
          </a:solidFill>
          <a:ln xmlns:a="http://schemas.openxmlformats.org/drawingml/2006/main" w="12700">
            <a:solidFill>
              <a:srgbClr val="D4DAF0"/>
            </a:solidFill>
            <a:prstDash val="solid"/>
          </a:ln>
        </p:spPr>
      </p:sp>
      <p:sp>
        <p:nvSpPr>
          <p:cNvPr id="45" name="Text 41">
            <a:extLst xmlns:a="http://schemas.openxmlformats.org/drawingml/2006/main">
              <a:ext uri="{FF2B5EF4-FFF2-40B4-BE49-F238E27FC236}">
                <a16:creationId xmlns:a16="http://schemas.microsoft.com/office/drawing/2014/main" id="{CFA3B4EA-31B3-4787-93BF-A9CEB6E5C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3592" y="3557016"/>
            <a:ext cx="365760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7C5CE0"/>
                </a:solidFill>
                <a:latin typeface="Calibri"/>
                <a:ea typeface="Calibri"/>
                <a:cs typeface="Calibri"/>
              </a:rPr>
              <a:t>7</a:t>
            </a:r>
          </a:p>
        </p:txBody>
      </p:sp>
      <p:sp>
        <p:nvSpPr>
          <p:cNvPr id="46" name="Text 42">
            <a:extLst xmlns:a="http://schemas.openxmlformats.org/drawingml/2006/main">
              <a:ext uri="{FF2B5EF4-FFF2-40B4-BE49-F238E27FC236}">
                <a16:creationId xmlns:a16="http://schemas.microsoft.com/office/drawing/2014/main" id="{B3FDA57C-48E9-4E97-AC56-E88DE9C16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2776" y="3557016"/>
            <a:ext cx="1938528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1B2340"/>
                </a:solidFill>
                <a:latin typeface="Malgun Gothic"/>
                <a:ea typeface="Malgun Gothic"/>
                <a:cs typeface="Malgun Gothic"/>
              </a:rPr>
              <a:t>정책 Gap</a:t>
            </a:r>
          </a:p>
        </p:txBody>
      </p:sp>
      <p:sp>
        <p:nvSpPr>
          <p:cNvPr id="47" name="Shape 43">
            <a:extLst xmlns:a="http://schemas.openxmlformats.org/drawingml/2006/main">
              <a:ext uri="{FF2B5EF4-FFF2-40B4-BE49-F238E27FC236}">
                <a16:creationId xmlns:a16="http://schemas.microsoft.com/office/drawing/2014/main" id="{C0E58E67-E41D-41D1-AACF-558566EB1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2200" y="3557016"/>
            <a:ext cx="2487168" cy="6583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C"/>
          </a:solidFill>
          <a:ln xmlns:a="http://schemas.openxmlformats.org/drawingml/2006/main" w="12700">
            <a:solidFill>
              <a:srgbClr val="D4DAF0"/>
            </a:solidFill>
            <a:prstDash val="solid"/>
          </a:ln>
        </p:spPr>
      </p:sp>
      <p:sp>
        <p:nvSpPr>
          <p:cNvPr id="48" name="Text 44">
            <a:extLst xmlns:a="http://schemas.openxmlformats.org/drawingml/2006/main">
              <a:ext uri="{FF2B5EF4-FFF2-40B4-BE49-F238E27FC236}">
                <a16:creationId xmlns:a16="http://schemas.microsoft.com/office/drawing/2014/main" id="{AA8F6199-C9C7-4B80-994B-A84AAAC93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0216" y="3557016"/>
            <a:ext cx="365760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7C5CE0"/>
                </a:solidFill>
                <a:latin typeface="Calibri"/>
                <a:ea typeface="Calibri"/>
                <a:cs typeface="Calibri"/>
              </a:rPr>
              <a:t>8</a:t>
            </a:r>
          </a:p>
        </p:txBody>
      </p:sp>
      <p:sp>
        <p:nvSpPr>
          <p:cNvPr id="49" name="Text 45">
            <a:extLst xmlns:a="http://schemas.openxmlformats.org/drawingml/2006/main">
              <a:ext uri="{FF2B5EF4-FFF2-40B4-BE49-F238E27FC236}">
                <a16:creationId xmlns:a16="http://schemas.microsoft.com/office/drawing/2014/main" id="{20C4FE76-8C35-49CF-AD8D-6A454A063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69400" y="3557016"/>
            <a:ext cx="1938528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1B2340"/>
                </a:solidFill>
                <a:latin typeface="Malgun Gothic"/>
                <a:ea typeface="Malgun Gothic"/>
                <a:cs typeface="Malgun Gothic"/>
              </a:rPr>
              <a:t>결측·로그</a:t>
            </a:r>
          </a:p>
        </p:txBody>
      </p:sp>
      <p:sp>
        <p:nvSpPr>
          <p:cNvPr id="50" name="Shape 46">
            <a:extLst xmlns:a="http://schemas.openxmlformats.org/drawingml/2006/main">
              <a:ext uri="{FF2B5EF4-FFF2-40B4-BE49-F238E27FC236}">
                <a16:creationId xmlns:a16="http://schemas.microsoft.com/office/drawing/2014/main" id="{69797A59-C63E-4E7C-AADF-74F49999F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0528" y="5230368"/>
            <a:ext cx="4023360" cy="6766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FBE6"/>
          </a:solidFill>
          <a:ln xmlns:a="http://schemas.openxmlformats.org/drawingml/2006/main" w="22225">
            <a:solidFill>
              <a:srgbClr val="111111"/>
            </a:solidFill>
            <a:prstDash val="solid"/>
          </a:ln>
          <a:effectLst xmlns:a="http://schemas.openxmlformats.org/drawingml/2006/main">
            <a:outerShdw blurRad="25400" dist="25400" dir="5400000" sx="100000" sy="100000" kx="0" ky="0" algn="bl" rotWithShape="0">
              <a:srgbClr val="444444">
                <a:alpha val="35000"/>
              </a:srgbClr>
            </a:outerShdw>
          </a:effectLst>
        </p:spPr>
      </p:sp>
      <p:sp>
        <p:nvSpPr>
          <p:cNvPr id="51" name="Text 47">
            <a:extLst xmlns:a="http://schemas.openxmlformats.org/drawingml/2006/main">
              <a:ext uri="{FF2B5EF4-FFF2-40B4-BE49-F238E27FC236}">
                <a16:creationId xmlns:a16="http://schemas.microsoft.com/office/drawing/2014/main" id="{40FBBE47-D27D-470F-B9F0-A9330EBE2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1968" y="5230368"/>
            <a:ext cx="3840480" cy="6766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50" b="1">
                <a:solidFill>
                  <a:srgbClr val="1A2340"/>
                </a:solidFill>
                <a:latin typeface="Malgun Gothic"/>
                <a:ea typeface="Malgun Gothic"/>
                <a:cs typeface="Malgun Gothic"/>
              </a:rPr>
              <a:t>페이지를 바꿔도 담당군·실제 팀 기준이 유지돼요</a:t>
            </a:r>
          </a:p>
        </p:txBody>
      </p:sp>
      <p:pic>
        <p:nvPicPr>
          <p:cNvPr id="105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8095140bd8e4576"/>
          <a:stretch xmlns:a="http://schemas.openxmlformats.org/drawingml/2006/main"/>
        </p:blipFill>
        <p:spPr>
          <a:xfrm xmlns:a="http://schemas.openxmlformats.org/drawingml/2006/main">
            <a:off x="377174" y="4762500"/>
            <a:ext cx="1322102" cy="14287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550264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E807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CABE5180-73FC-4DCE-91D4-D6EBBC3C2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00800"/>
            <a:ext cx="1219169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6BE"/>
          </a:solidFill>
        </p:spPr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F90A7FB6-EE89-4028-9CB0-C4D2779AC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00800"/>
            <a:ext cx="12191695" cy="320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A"/>
          </a:solidFill>
        </p:spPr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8870F790-A103-4855-A82C-F9C5164ED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16" y="6483096"/>
            <a:ext cx="1051560" cy="2926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6BE"/>
          </a:solidFill>
          <a:ln xmlns:a="http://schemas.openxmlformats.org/drawingml/2006/main" w="12700">
            <a:solidFill>
              <a:srgbClr val="6B6B66"/>
            </a:solidFill>
            <a:prstDash val="solid"/>
          </a:ln>
        </p:spPr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57A9C996-6C9D-4DB1-A241-3F0EEA1F1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16" y="6483096"/>
            <a:ext cx="1051560" cy="274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A"/>
          </a:solidFill>
        </p:spPr>
      </p:sp>
      <p:pic>
        <p:nvPicPr>
          <p:cNvPr id="59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7dba4845c2c404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01168" y="6510528"/>
            <a:ext cx="237744" cy="237744"/>
          </a:xfrm>
          <a:prstGeom xmlns:a="http://schemas.openxmlformats.org/drawingml/2006/main" prst="rect">
            <a:avLst/>
          </a:prstGeom>
        </p:spPr>
      </p:pic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EA9A31C8-D431-4427-AC68-1B0FAEF3D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3096"/>
            <a:ext cx="6858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1B2340"/>
                </a:solidFill>
                <a:latin typeface="Malgun Gothic"/>
                <a:ea typeface="Malgun Gothic"/>
                <a:cs typeface="Malgun Gothic"/>
              </a:rPr>
              <a:t>시작</a:t>
            </a:r>
          </a:p>
        </p:txBody>
      </p:sp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EF126725-0516-465E-826C-05C0F0C11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1360" y="6492240"/>
            <a:ext cx="1170432" cy="2743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6CE"/>
          </a:solidFill>
          <a:ln xmlns:a="http://schemas.openxmlformats.org/drawingml/2006/main" w="9525">
            <a:solidFill>
              <a:srgbClr val="6B6B66"/>
            </a:solidFill>
            <a:prstDash val="solid"/>
          </a:ln>
        </p:spPr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46835C2F-4ABA-48B9-8ECD-CC0489F13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1360" y="6492240"/>
            <a:ext cx="1170432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>
                <a:solidFill>
                  <a:srgbClr val="1B2340"/>
                </a:solidFill>
                <a:latin typeface="Calibri"/>
                <a:ea typeface="Calibri"/>
                <a:cs typeface="Calibri"/>
              </a:rPr>
              <a:t>UKKKK.exe</a:t>
            </a:r>
          </a:p>
        </p:txBody>
      </p:sp>
      <p:sp>
        <p:nvSpPr>
          <p:cNvPr id="10" name="Shape 7">
            <a:extLst xmlns:a="http://schemas.openxmlformats.org/drawingml/2006/main">
              <a:ext uri="{FF2B5EF4-FFF2-40B4-BE49-F238E27FC236}">
                <a16:creationId xmlns:a16="http://schemas.microsoft.com/office/drawing/2014/main" id="{5899C8AF-A655-4893-A625-545C9281B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896" y="219456"/>
            <a:ext cx="11567160" cy="59984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2225">
            <a:solidFill>
              <a:srgbClr val="1B2340"/>
            </a:solidFill>
            <a:prstDash val="solid"/>
          </a:ln>
          <a:effectLst xmlns:a="http://schemas.openxmlformats.org/drawingml/2006/main">
            <a:outerShdw blurRad="88900" dist="50800" dir="5400000" sx="100000" sy="100000" kx="0" ky="0" algn="bl" rotWithShape="0">
              <a:srgbClr val="05433D">
                <a:alpha val="40000"/>
              </a:srgbClr>
            </a:outerShdw>
          </a:effectLst>
        </p:spPr>
      </p:sp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7A71DBDD-E960-48B8-9984-7F10A460F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328" y="246888"/>
            <a:ext cx="11512296" cy="228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</p:sp>
      <p:sp>
        <p:nvSpPr>
          <p:cNvPr id="12" name="Shape 9">
            <a:extLst xmlns:a="http://schemas.openxmlformats.org/drawingml/2006/main">
              <a:ext uri="{FF2B5EF4-FFF2-40B4-BE49-F238E27FC236}">
                <a16:creationId xmlns:a16="http://schemas.microsoft.com/office/drawing/2014/main" id="{3D190EC8-26EE-4805-839F-F3F738529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896" y="219456"/>
            <a:ext cx="1156716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4ABF"/>
          </a:solidFill>
        </p:spPr>
      </p:sp>
      <p:pic>
        <p:nvPicPr>
          <p:cNvPr id="66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7dba4845c2c404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38912" y="292608"/>
            <a:ext cx="310896" cy="310896"/>
          </a:xfrm>
          <a:prstGeom xmlns:a="http://schemas.openxmlformats.org/drawingml/2006/main" prst="rect">
            <a:avLst/>
          </a:prstGeom>
        </p:spPr>
      </p:pic>
      <p:sp>
        <p:nvSpPr>
          <p:cNvPr id="14" name="Text 10">
            <a:extLst xmlns:a="http://schemas.openxmlformats.org/drawingml/2006/main">
              <a:ext uri="{FF2B5EF4-FFF2-40B4-BE49-F238E27FC236}">
                <a16:creationId xmlns:a16="http://schemas.microsoft.com/office/drawing/2014/main" id="{FEE87D8F-C918-494A-8CB3-FC69C5BA3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219456"/>
            <a:ext cx="932688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새싹이 오피스 길잡이   —   7 · End-to-End</a:t>
            </a:r>
          </a:p>
        </p:txBody>
      </p:sp>
      <p:sp>
        <p:nvSpPr>
          <p:cNvPr id="15" name="Shape 11">
            <a:extLst xmlns:a="http://schemas.openxmlformats.org/drawingml/2006/main">
              <a:ext uri="{FF2B5EF4-FFF2-40B4-BE49-F238E27FC236}">
                <a16:creationId xmlns:a16="http://schemas.microsoft.com/office/drawing/2014/main" id="{158A1966-D186-4A76-83BE-2765C1E21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3928" y="320040"/>
            <a:ext cx="265176" cy="2560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6BE"/>
          </a:solidFill>
          <a:ln xmlns:a="http://schemas.openxmlformats.org/drawingml/2006/main" w="9525">
            <a:solidFill>
              <a:srgbClr val="6B6B66"/>
            </a:solidFill>
            <a:prstDash val="solid"/>
          </a:ln>
        </p:spPr>
      </p:sp>
      <p:sp>
        <p:nvSpPr>
          <p:cNvPr id="16" name="Shape 12">
            <a:extLst xmlns:a="http://schemas.openxmlformats.org/drawingml/2006/main">
              <a:ext uri="{FF2B5EF4-FFF2-40B4-BE49-F238E27FC236}">
                <a16:creationId xmlns:a16="http://schemas.microsoft.com/office/drawing/2014/main" id="{17390D3E-4979-46AC-B7C9-4D88BEA99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3928" y="320040"/>
            <a:ext cx="265176" cy="274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A"/>
          </a:solidFill>
        </p:spPr>
      </p:sp>
      <p:sp>
        <p:nvSpPr>
          <p:cNvPr id="17" name="Text 13">
            <a:extLst xmlns:a="http://schemas.openxmlformats.org/drawingml/2006/main">
              <a:ext uri="{FF2B5EF4-FFF2-40B4-BE49-F238E27FC236}">
                <a16:creationId xmlns:a16="http://schemas.microsoft.com/office/drawing/2014/main" id="{33C1429F-E157-4672-BF50-3D2F102E4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3928" y="320040"/>
            <a:ext cx="265176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>
                <a:solidFill>
                  <a:srgbClr val="1B2340"/>
                </a:solidFill>
              </a:rPr>
              <a:t>_</a:t>
            </a:r>
          </a:p>
        </p:txBody>
      </p:sp>
      <p:sp>
        <p:nvSpPr>
          <p:cNvPr id="18" name="Shape 14">
            <a:extLst xmlns:a="http://schemas.openxmlformats.org/drawingml/2006/main">
              <a:ext uri="{FF2B5EF4-FFF2-40B4-BE49-F238E27FC236}">
                <a16:creationId xmlns:a16="http://schemas.microsoft.com/office/drawing/2014/main" id="{F9D57518-4838-408F-B40F-2B9AAE742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4824" y="320040"/>
            <a:ext cx="265176" cy="2560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6BE"/>
          </a:solidFill>
          <a:ln xmlns:a="http://schemas.openxmlformats.org/drawingml/2006/main" w="9525">
            <a:solidFill>
              <a:srgbClr val="6B6B66"/>
            </a:solidFill>
            <a:prstDash val="solid"/>
          </a:ln>
        </p:spPr>
      </p:sp>
      <p:sp>
        <p:nvSpPr>
          <p:cNvPr id="19" name="Shape 15">
            <a:extLst xmlns:a="http://schemas.openxmlformats.org/drawingml/2006/main">
              <a:ext uri="{FF2B5EF4-FFF2-40B4-BE49-F238E27FC236}">
                <a16:creationId xmlns:a16="http://schemas.microsoft.com/office/drawing/2014/main" id="{8C7A8405-5085-4340-8AC5-58E98555A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4824" y="320040"/>
            <a:ext cx="265176" cy="274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A"/>
          </a:solidFill>
        </p:spPr>
      </p:sp>
      <p:sp>
        <p:nvSpPr>
          <p:cNvPr id="20" name="Text 16">
            <a:extLst xmlns:a="http://schemas.openxmlformats.org/drawingml/2006/main">
              <a:ext uri="{FF2B5EF4-FFF2-40B4-BE49-F238E27FC236}">
                <a16:creationId xmlns:a16="http://schemas.microsoft.com/office/drawing/2014/main" id="{347ED5A7-BE59-4FE5-BFB7-AB6182A2F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4824" y="320040"/>
            <a:ext cx="265176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>
                <a:solidFill>
                  <a:srgbClr val="1B2340"/>
                </a:solidFill>
              </a:rPr>
              <a:t>❑</a:t>
            </a:r>
          </a:p>
        </p:txBody>
      </p:sp>
      <p:sp>
        <p:nvSpPr>
          <p:cNvPr id="21" name="Shape 17">
            <a:extLst xmlns:a="http://schemas.openxmlformats.org/drawingml/2006/main">
              <a:ext uri="{FF2B5EF4-FFF2-40B4-BE49-F238E27FC236}">
                <a16:creationId xmlns:a16="http://schemas.microsoft.com/office/drawing/2014/main" id="{C5CDF375-ADC5-4ED8-B253-EA41DC1DF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5720" y="320040"/>
            <a:ext cx="265176" cy="2560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6BE"/>
          </a:solidFill>
          <a:ln xmlns:a="http://schemas.openxmlformats.org/drawingml/2006/main" w="9525">
            <a:solidFill>
              <a:srgbClr val="6B6B66"/>
            </a:solidFill>
            <a:prstDash val="solid"/>
          </a:ln>
        </p:spPr>
      </p:sp>
      <p:sp>
        <p:nvSpPr>
          <p:cNvPr id="22" name="Shape 18">
            <a:extLst xmlns:a="http://schemas.openxmlformats.org/drawingml/2006/main">
              <a:ext uri="{FF2B5EF4-FFF2-40B4-BE49-F238E27FC236}">
                <a16:creationId xmlns:a16="http://schemas.microsoft.com/office/drawing/2014/main" id="{5050379D-7D18-4401-AC2E-95FED1421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5720" y="320040"/>
            <a:ext cx="265176" cy="274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A"/>
          </a:solidFill>
        </p:spPr>
      </p:sp>
      <p:sp>
        <p:nvSpPr>
          <p:cNvPr id="23" name="Text 19">
            <a:extLst xmlns:a="http://schemas.openxmlformats.org/drawingml/2006/main">
              <a:ext uri="{FF2B5EF4-FFF2-40B4-BE49-F238E27FC236}">
                <a16:creationId xmlns:a16="http://schemas.microsoft.com/office/drawing/2014/main" id="{BE3E42FE-B46A-4453-A0DE-E911A4A84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5720" y="320040"/>
            <a:ext cx="265176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>
                <a:solidFill>
                  <a:srgbClr val="1B2340"/>
                </a:solidFill>
              </a:rPr>
              <a:t>✕</a:t>
            </a:r>
          </a:p>
        </p:txBody>
      </p:sp>
      <p:sp>
        <p:nvSpPr>
          <p:cNvPr id="24" name="Text 20">
            <a:extLst xmlns:a="http://schemas.openxmlformats.org/drawingml/2006/main">
              <a:ext uri="{FF2B5EF4-FFF2-40B4-BE49-F238E27FC236}">
                <a16:creationId xmlns:a16="http://schemas.microsoft.com/office/drawing/2014/main" id="{2C96287D-4104-4D0F-8BFE-DD18BBC2B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280160"/>
            <a:ext cx="12191695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b="1">
                <a:solidFill>
                  <a:srgbClr val="7C5CE0"/>
                </a:solidFill>
                <a:latin typeface="Malgun Gothic"/>
                <a:ea typeface="Malgun Gothic"/>
                <a:cs typeface="Malgun Gothic"/>
              </a:rPr>
              <a:t>발견에서 보고서까지</a:t>
            </a:r>
          </a:p>
        </p:txBody>
      </p:sp>
      <p:sp>
        <p:nvSpPr>
          <p:cNvPr id="25" name="Text 21">
            <a:extLst xmlns:a="http://schemas.openxmlformats.org/drawingml/2006/main">
              <a:ext uri="{FF2B5EF4-FFF2-40B4-BE49-F238E27FC236}">
                <a16:creationId xmlns:a16="http://schemas.microsoft.com/office/drawing/2014/main" id="{6D344160-1E25-4C7F-A5DC-A725A1464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627632"/>
            <a:ext cx="11091672" cy="1005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08000"/>
              </a:lnSpc>
              <a:buNone/>
            </a:pPr>
            <a:r>
              <a:rPr sz="3200" b="1">
                <a:solidFill>
                  <a:srgbClr val="1B2340"/>
                </a:solidFill>
                <a:latin typeface="Malgun Gothic"/>
                <a:ea typeface="Malgun Gothic"/>
                <a:cs typeface="Malgun Gothic"/>
              </a:rPr>
              <a:t>선택한 범위가 근거 검토와 후속 조치까지 이어집니다</a:t>
            </a:r>
          </a:p>
        </p:txBody>
      </p:sp>
      <p:sp>
        <p:nvSpPr>
          <p:cNvPr id="26" name="Shape 22">
            <a:extLst xmlns:a="http://schemas.openxmlformats.org/drawingml/2006/main">
              <a:ext uri="{FF2B5EF4-FFF2-40B4-BE49-F238E27FC236}">
                <a16:creationId xmlns:a16="http://schemas.microsoft.com/office/drawing/2014/main" id="{66336C66-E5D0-480C-AF5F-1E5C6371D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328" y="2697480"/>
            <a:ext cx="2487168" cy="6583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C"/>
          </a:solidFill>
          <a:ln xmlns:a="http://schemas.openxmlformats.org/drawingml/2006/main" w="12700">
            <a:solidFill>
              <a:srgbClr val="D4DAF0"/>
            </a:solidFill>
            <a:prstDash val="solid"/>
          </a:ln>
        </p:spPr>
      </p:sp>
      <p:sp>
        <p:nvSpPr>
          <p:cNvPr id="27" name="Text 23">
            <a:extLst xmlns:a="http://schemas.openxmlformats.org/drawingml/2006/main">
              <a:ext uri="{FF2B5EF4-FFF2-40B4-BE49-F238E27FC236}">
                <a16:creationId xmlns:a16="http://schemas.microsoft.com/office/drawing/2014/main" id="{8D45C03F-7930-4191-8118-376ED1061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344" y="2697480"/>
            <a:ext cx="365760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7C5CE0"/>
                </a:solidFill>
                <a:latin typeface="Calibri"/>
                <a:ea typeface="Calibri"/>
                <a:cs typeface="Calibri"/>
              </a:rPr>
              <a:t>1</a:t>
            </a:r>
          </a:p>
        </p:txBody>
      </p:sp>
      <p:sp>
        <p:nvSpPr>
          <p:cNvPr id="28" name="Text 24">
            <a:extLst xmlns:a="http://schemas.openxmlformats.org/drawingml/2006/main">
              <a:ext uri="{FF2B5EF4-FFF2-40B4-BE49-F238E27FC236}">
                <a16:creationId xmlns:a16="http://schemas.microsoft.com/office/drawing/2014/main" id="{5D4080DB-92A1-4B09-9239-69F8C177F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9528" y="2697480"/>
            <a:ext cx="1938528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1B2340"/>
                </a:solidFill>
                <a:latin typeface="Malgun Gothic"/>
                <a:ea typeface="Malgun Gothic"/>
                <a:cs typeface="Malgun Gothic"/>
              </a:rPr>
              <a:t>담당 범위 선택</a:t>
            </a:r>
          </a:p>
        </p:txBody>
      </p:sp>
      <p:sp>
        <p:nvSpPr>
          <p:cNvPr id="29" name="Shape 25">
            <a:extLst xmlns:a="http://schemas.openxmlformats.org/drawingml/2006/main">
              <a:ext uri="{FF2B5EF4-FFF2-40B4-BE49-F238E27FC236}">
                <a16:creationId xmlns:a16="http://schemas.microsoft.com/office/drawing/2014/main" id="{4D4C4A1F-A6DE-4C62-A4CB-DFA003530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8952" y="2697480"/>
            <a:ext cx="2487168" cy="6583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C"/>
          </a:solidFill>
          <a:ln xmlns:a="http://schemas.openxmlformats.org/drawingml/2006/main" w="12700">
            <a:solidFill>
              <a:srgbClr val="D4DAF0"/>
            </a:solidFill>
            <a:prstDash val="solid"/>
          </a:ln>
        </p:spPr>
      </p:sp>
      <p:sp>
        <p:nvSpPr>
          <p:cNvPr id="30" name="Text 26">
            <a:extLst xmlns:a="http://schemas.openxmlformats.org/drawingml/2006/main">
              <a:ext uri="{FF2B5EF4-FFF2-40B4-BE49-F238E27FC236}">
                <a16:creationId xmlns:a16="http://schemas.microsoft.com/office/drawing/2014/main" id="{99A1A54D-31E1-4454-A944-625730A3F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6968" y="2697480"/>
            <a:ext cx="365760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7C5CE0"/>
                </a:solidFill>
                <a:latin typeface="Calibri"/>
                <a:ea typeface="Calibri"/>
                <a:cs typeface="Calibri"/>
              </a:rPr>
              <a:t>2</a:t>
            </a:r>
          </a:p>
        </p:txBody>
      </p:sp>
      <p:sp>
        <p:nvSpPr>
          <p:cNvPr id="31" name="Text 27">
            <a:extLst xmlns:a="http://schemas.openxmlformats.org/drawingml/2006/main">
              <a:ext uri="{FF2B5EF4-FFF2-40B4-BE49-F238E27FC236}">
                <a16:creationId xmlns:a16="http://schemas.microsoft.com/office/drawing/2014/main" id="{2AEBCED9-70AB-432B-ADCA-2ED01E725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6152" y="2697480"/>
            <a:ext cx="1938528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1B2340"/>
                </a:solidFill>
                <a:latin typeface="Malgun Gothic"/>
                <a:ea typeface="Malgun Gothic"/>
                <a:cs typeface="Malgun Gothic"/>
              </a:rPr>
              <a:t>KPI·키워드</a:t>
            </a:r>
          </a:p>
        </p:txBody>
      </p:sp>
      <p:sp>
        <p:nvSpPr>
          <p:cNvPr id="32" name="Shape 28">
            <a:extLst xmlns:a="http://schemas.openxmlformats.org/drawingml/2006/main">
              <a:ext uri="{FF2B5EF4-FFF2-40B4-BE49-F238E27FC236}">
                <a16:creationId xmlns:a16="http://schemas.microsoft.com/office/drawing/2014/main" id="{6C73ED73-D243-4B62-A291-FC3951631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5576" y="2697480"/>
            <a:ext cx="2487168" cy="6583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C"/>
          </a:solidFill>
          <a:ln xmlns:a="http://schemas.openxmlformats.org/drawingml/2006/main" w="12700">
            <a:solidFill>
              <a:srgbClr val="D4DAF0"/>
            </a:solidFill>
            <a:prstDash val="solid"/>
          </a:ln>
        </p:spPr>
      </p:sp>
      <p:sp>
        <p:nvSpPr>
          <p:cNvPr id="33" name="Text 29">
            <a:extLst xmlns:a="http://schemas.openxmlformats.org/drawingml/2006/main">
              <a:ext uri="{FF2B5EF4-FFF2-40B4-BE49-F238E27FC236}">
                <a16:creationId xmlns:a16="http://schemas.microsoft.com/office/drawing/2014/main" id="{FD84CB2E-252C-419D-9888-F905E8122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3592" y="2697480"/>
            <a:ext cx="365760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7C5CE0"/>
                </a:solidFill>
                <a:latin typeface="Calibri"/>
                <a:ea typeface="Calibri"/>
                <a:cs typeface="Calibri"/>
              </a:rPr>
              <a:t>3</a:t>
            </a:r>
          </a:p>
        </p:txBody>
      </p:sp>
      <p:sp>
        <p:nvSpPr>
          <p:cNvPr id="34" name="Text 30">
            <a:extLst xmlns:a="http://schemas.openxmlformats.org/drawingml/2006/main">
              <a:ext uri="{FF2B5EF4-FFF2-40B4-BE49-F238E27FC236}">
                <a16:creationId xmlns:a16="http://schemas.microsoft.com/office/drawing/2014/main" id="{6591C5A4-05B6-4950-86F0-6B3AEF8D7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2776" y="2697480"/>
            <a:ext cx="1938528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1B2340"/>
                </a:solidFill>
                <a:latin typeface="Malgun Gothic"/>
                <a:ea typeface="Malgun Gothic"/>
                <a:cs typeface="Malgun Gothic"/>
              </a:rPr>
              <a:t>원문 검증</a:t>
            </a:r>
          </a:p>
        </p:txBody>
      </p:sp>
      <p:sp>
        <p:nvSpPr>
          <p:cNvPr id="35" name="Shape 31">
            <a:extLst xmlns:a="http://schemas.openxmlformats.org/drawingml/2006/main">
              <a:ext uri="{FF2B5EF4-FFF2-40B4-BE49-F238E27FC236}">
                <a16:creationId xmlns:a16="http://schemas.microsoft.com/office/drawing/2014/main" id="{66B1B259-AC06-4A51-B5EF-21ED5E11A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2200" y="2697480"/>
            <a:ext cx="2487168" cy="6583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C"/>
          </a:solidFill>
          <a:ln xmlns:a="http://schemas.openxmlformats.org/drawingml/2006/main" w="12700">
            <a:solidFill>
              <a:srgbClr val="D4DAF0"/>
            </a:solidFill>
            <a:prstDash val="solid"/>
          </a:ln>
        </p:spPr>
      </p:sp>
      <p:sp>
        <p:nvSpPr>
          <p:cNvPr id="36" name="Text 32">
            <a:extLst xmlns:a="http://schemas.openxmlformats.org/drawingml/2006/main">
              <a:ext uri="{FF2B5EF4-FFF2-40B4-BE49-F238E27FC236}">
                <a16:creationId xmlns:a16="http://schemas.microsoft.com/office/drawing/2014/main" id="{1DF9A24D-DFEE-4B49-A8C7-81571EB8B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0216" y="2697480"/>
            <a:ext cx="365760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7C5CE0"/>
                </a:solidFill>
                <a:latin typeface="Calibri"/>
                <a:ea typeface="Calibri"/>
                <a:cs typeface="Calibri"/>
              </a:rPr>
              <a:t>4</a:t>
            </a:r>
          </a:p>
        </p:txBody>
      </p:sp>
      <p:sp>
        <p:nvSpPr>
          <p:cNvPr id="37" name="Text 33">
            <a:extLst xmlns:a="http://schemas.openxmlformats.org/drawingml/2006/main">
              <a:ext uri="{FF2B5EF4-FFF2-40B4-BE49-F238E27FC236}">
                <a16:creationId xmlns:a16="http://schemas.microsoft.com/office/drawing/2014/main" id="{971B0AB3-6BE5-473F-941D-D808CCEB7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69400" y="2697480"/>
            <a:ext cx="1938528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1B2340"/>
                </a:solidFill>
                <a:latin typeface="Malgun Gothic"/>
                <a:ea typeface="Malgun Gothic"/>
                <a:cs typeface="Malgun Gothic"/>
              </a:rPr>
              <a:t>정책 대조</a:t>
            </a:r>
          </a:p>
        </p:txBody>
      </p:sp>
      <p:sp>
        <p:nvSpPr>
          <p:cNvPr id="38" name="Shape 34">
            <a:extLst xmlns:a="http://schemas.openxmlformats.org/drawingml/2006/main">
              <a:ext uri="{FF2B5EF4-FFF2-40B4-BE49-F238E27FC236}">
                <a16:creationId xmlns:a16="http://schemas.microsoft.com/office/drawing/2014/main" id="{AA4E36B6-35DC-4F76-B675-0ADF076E3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328" y="3557016"/>
            <a:ext cx="2487168" cy="6583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C"/>
          </a:solidFill>
          <a:ln xmlns:a="http://schemas.openxmlformats.org/drawingml/2006/main" w="12700">
            <a:solidFill>
              <a:srgbClr val="D4DAF0"/>
            </a:solidFill>
            <a:prstDash val="solid"/>
          </a:ln>
        </p:spPr>
      </p:sp>
      <p:sp>
        <p:nvSpPr>
          <p:cNvPr id="39" name="Text 35">
            <a:extLst xmlns:a="http://schemas.openxmlformats.org/drawingml/2006/main">
              <a:ext uri="{FF2B5EF4-FFF2-40B4-BE49-F238E27FC236}">
                <a16:creationId xmlns:a16="http://schemas.microsoft.com/office/drawing/2014/main" id="{F4DDC87E-C262-4C23-9F92-45DE84E39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344" y="3557016"/>
            <a:ext cx="365760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7C5CE0"/>
                </a:solidFill>
                <a:latin typeface="Calibri"/>
                <a:ea typeface="Calibri"/>
                <a:cs typeface="Calibri"/>
              </a:rPr>
              <a:t>5</a:t>
            </a:r>
          </a:p>
        </p:txBody>
      </p:sp>
      <p:sp>
        <p:nvSpPr>
          <p:cNvPr id="40" name="Text 36">
            <a:extLst xmlns:a="http://schemas.openxmlformats.org/drawingml/2006/main">
              <a:ext uri="{FF2B5EF4-FFF2-40B4-BE49-F238E27FC236}">
                <a16:creationId xmlns:a16="http://schemas.microsoft.com/office/drawing/2014/main" id="{9F941046-BAB1-4C1B-A453-E9F78A66D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9528" y="3557016"/>
            <a:ext cx="1938528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1B2340"/>
                </a:solidFill>
                <a:latin typeface="Malgun Gothic"/>
                <a:ea typeface="Malgun Gothic"/>
                <a:cs typeface="Malgun Gothic"/>
              </a:rPr>
              <a:t>민원·뉴스</a:t>
            </a:r>
          </a:p>
        </p:txBody>
      </p:sp>
      <p:sp>
        <p:nvSpPr>
          <p:cNvPr id="41" name="Shape 37">
            <a:extLst xmlns:a="http://schemas.openxmlformats.org/drawingml/2006/main">
              <a:ext uri="{FF2B5EF4-FFF2-40B4-BE49-F238E27FC236}">
                <a16:creationId xmlns:a16="http://schemas.microsoft.com/office/drawing/2014/main" id="{CA3AF210-BACB-4725-B0A6-A8D3D00DA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8952" y="3557016"/>
            <a:ext cx="2487168" cy="6583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C"/>
          </a:solidFill>
          <a:ln xmlns:a="http://schemas.openxmlformats.org/drawingml/2006/main" w="12700">
            <a:solidFill>
              <a:srgbClr val="D4DAF0"/>
            </a:solidFill>
            <a:prstDash val="solid"/>
          </a:ln>
        </p:spPr>
      </p:sp>
      <p:sp>
        <p:nvSpPr>
          <p:cNvPr id="42" name="Text 38">
            <a:extLst xmlns:a="http://schemas.openxmlformats.org/drawingml/2006/main">
              <a:ext uri="{FF2B5EF4-FFF2-40B4-BE49-F238E27FC236}">
                <a16:creationId xmlns:a16="http://schemas.microsoft.com/office/drawing/2014/main" id="{03450745-E85E-4BC0-9C3C-5B8D0794F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6968" y="3557016"/>
            <a:ext cx="365760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7C5CE0"/>
                </a:solidFill>
                <a:latin typeface="Calibri"/>
                <a:ea typeface="Calibri"/>
                <a:cs typeface="Calibri"/>
              </a:rPr>
              <a:t>6</a:t>
            </a:r>
          </a:p>
        </p:txBody>
      </p:sp>
      <p:sp>
        <p:nvSpPr>
          <p:cNvPr id="43" name="Text 39">
            <a:extLst xmlns:a="http://schemas.openxmlformats.org/drawingml/2006/main">
              <a:ext uri="{FF2B5EF4-FFF2-40B4-BE49-F238E27FC236}">
                <a16:creationId xmlns:a16="http://schemas.microsoft.com/office/drawing/2014/main" id="{A42484F5-2DFD-4631-9ACC-4110EB64E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6152" y="3557016"/>
            <a:ext cx="1938528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1B2340"/>
                </a:solidFill>
                <a:latin typeface="Malgun Gothic"/>
                <a:ea typeface="Malgun Gothic"/>
                <a:cs typeface="Malgun Gothic"/>
              </a:rPr>
              <a:t>자치구 통계</a:t>
            </a:r>
          </a:p>
        </p:txBody>
      </p:sp>
      <p:sp>
        <p:nvSpPr>
          <p:cNvPr id="44" name="Shape 40">
            <a:extLst xmlns:a="http://schemas.openxmlformats.org/drawingml/2006/main">
              <a:ext uri="{FF2B5EF4-FFF2-40B4-BE49-F238E27FC236}">
                <a16:creationId xmlns:a16="http://schemas.microsoft.com/office/drawing/2014/main" id="{98660215-2AD5-4C56-92A4-1CEBDD878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5576" y="3557016"/>
            <a:ext cx="2487168" cy="6583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C"/>
          </a:solidFill>
          <a:ln xmlns:a="http://schemas.openxmlformats.org/drawingml/2006/main" w="12700">
            <a:solidFill>
              <a:srgbClr val="D4DAF0"/>
            </a:solidFill>
            <a:prstDash val="solid"/>
          </a:ln>
        </p:spPr>
      </p:sp>
      <p:sp>
        <p:nvSpPr>
          <p:cNvPr id="45" name="Text 41">
            <a:extLst xmlns:a="http://schemas.openxmlformats.org/drawingml/2006/main">
              <a:ext uri="{FF2B5EF4-FFF2-40B4-BE49-F238E27FC236}">
                <a16:creationId xmlns:a16="http://schemas.microsoft.com/office/drawing/2014/main" id="{CFA3B4EA-31B3-4787-93BF-A9CEB6E5C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3592" y="3557016"/>
            <a:ext cx="365760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7C5CE0"/>
                </a:solidFill>
                <a:latin typeface="Calibri"/>
                <a:ea typeface="Calibri"/>
                <a:cs typeface="Calibri"/>
              </a:rPr>
              <a:t>7</a:t>
            </a:r>
          </a:p>
        </p:txBody>
      </p:sp>
      <p:sp>
        <p:nvSpPr>
          <p:cNvPr id="46" name="Text 42">
            <a:extLst xmlns:a="http://schemas.openxmlformats.org/drawingml/2006/main">
              <a:ext uri="{FF2B5EF4-FFF2-40B4-BE49-F238E27FC236}">
                <a16:creationId xmlns:a16="http://schemas.microsoft.com/office/drawing/2014/main" id="{B3FDA57C-48E9-4E97-AC56-E88DE9C16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2776" y="3557016"/>
            <a:ext cx="1938528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1B2340"/>
                </a:solidFill>
                <a:latin typeface="Malgun Gothic"/>
                <a:ea typeface="Malgun Gothic"/>
                <a:cs typeface="Malgun Gothic"/>
              </a:rPr>
              <a:t>Gap·R&amp;R</a:t>
            </a:r>
          </a:p>
        </p:txBody>
      </p:sp>
      <p:sp>
        <p:nvSpPr>
          <p:cNvPr id="47" name="Shape 43">
            <a:extLst xmlns:a="http://schemas.openxmlformats.org/drawingml/2006/main">
              <a:ext uri="{FF2B5EF4-FFF2-40B4-BE49-F238E27FC236}">
                <a16:creationId xmlns:a16="http://schemas.microsoft.com/office/drawing/2014/main" id="{C0E58E67-E41D-41D1-AACF-558566EB1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2200" y="3557016"/>
            <a:ext cx="2487168" cy="6583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C"/>
          </a:solidFill>
          <a:ln xmlns:a="http://schemas.openxmlformats.org/drawingml/2006/main" w="12700">
            <a:solidFill>
              <a:srgbClr val="D4DAF0"/>
            </a:solidFill>
            <a:prstDash val="solid"/>
          </a:ln>
        </p:spPr>
      </p:sp>
      <p:sp>
        <p:nvSpPr>
          <p:cNvPr id="48" name="Text 44">
            <a:extLst xmlns:a="http://schemas.openxmlformats.org/drawingml/2006/main">
              <a:ext uri="{FF2B5EF4-FFF2-40B4-BE49-F238E27FC236}">
                <a16:creationId xmlns:a16="http://schemas.microsoft.com/office/drawing/2014/main" id="{AA8F6199-C9C7-4B80-994B-A84AAAC93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0216" y="3557016"/>
            <a:ext cx="365760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7C5CE0"/>
                </a:solidFill>
                <a:latin typeface="Calibri"/>
                <a:ea typeface="Calibri"/>
                <a:cs typeface="Calibri"/>
              </a:rPr>
              <a:t>8</a:t>
            </a:r>
          </a:p>
        </p:txBody>
      </p:sp>
      <p:sp>
        <p:nvSpPr>
          <p:cNvPr id="49" name="Text 45">
            <a:extLst xmlns:a="http://schemas.openxmlformats.org/drawingml/2006/main">
              <a:ext uri="{FF2B5EF4-FFF2-40B4-BE49-F238E27FC236}">
                <a16:creationId xmlns:a16="http://schemas.microsoft.com/office/drawing/2014/main" id="{20C4FE76-8C35-49CF-AD8D-6A454A063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69400" y="3557016"/>
            <a:ext cx="1938528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1B2340"/>
                </a:solidFill>
                <a:latin typeface="Malgun Gothic"/>
                <a:ea typeface="Malgun Gothic"/>
                <a:cs typeface="Malgun Gothic"/>
              </a:rPr>
              <a:t>보고서·로그</a:t>
            </a:r>
          </a:p>
        </p:txBody>
      </p:sp>
      <p:sp>
        <p:nvSpPr>
          <p:cNvPr id="50" name="Shape 46">
            <a:extLst xmlns:a="http://schemas.openxmlformats.org/drawingml/2006/main">
              <a:ext uri="{FF2B5EF4-FFF2-40B4-BE49-F238E27FC236}">
                <a16:creationId xmlns:a16="http://schemas.microsoft.com/office/drawing/2014/main" id="{69797A59-C63E-4E7C-AADF-74F49999F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0528" y="5230368"/>
            <a:ext cx="4023360" cy="6766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FBE6"/>
          </a:solidFill>
          <a:ln xmlns:a="http://schemas.openxmlformats.org/drawingml/2006/main" w="22225">
            <a:solidFill>
              <a:srgbClr val="111111"/>
            </a:solidFill>
            <a:prstDash val="solid"/>
          </a:ln>
          <a:effectLst xmlns:a="http://schemas.openxmlformats.org/drawingml/2006/main">
            <a:outerShdw blurRad="25400" dist="25400" dir="5400000" sx="100000" sy="100000" kx="0" ky="0" algn="bl" rotWithShape="0">
              <a:srgbClr val="444444">
                <a:alpha val="35000"/>
              </a:srgbClr>
            </a:outerShdw>
          </a:effectLst>
        </p:spPr>
      </p:sp>
      <p:sp>
        <p:nvSpPr>
          <p:cNvPr id="51" name="Text 47">
            <a:extLst xmlns:a="http://schemas.openxmlformats.org/drawingml/2006/main">
              <a:ext uri="{FF2B5EF4-FFF2-40B4-BE49-F238E27FC236}">
                <a16:creationId xmlns:a16="http://schemas.microsoft.com/office/drawing/2014/main" id="{40FBBE47-D27D-470F-B9F0-A9330EBE2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1968" y="5230368"/>
            <a:ext cx="3840480" cy="6766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50" b="1">
                <a:solidFill>
                  <a:srgbClr val="1A2340"/>
                </a:solidFill>
                <a:latin typeface="Malgun Gothic"/>
                <a:ea typeface="Malgun Gothic"/>
                <a:cs typeface="Malgun Gothic"/>
              </a:rPr>
              <a:t>수요 → 책임 → 근거 → 조치를 한 흐름으로 연결해요</a:t>
            </a:r>
          </a:p>
        </p:txBody>
      </p:sp>
      <p:pic>
        <p:nvPicPr>
          <p:cNvPr id="105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7dba4845c2c404a"/>
          <a:stretch xmlns:a="http://schemas.openxmlformats.org/drawingml/2006/main"/>
        </p:blipFill>
        <p:spPr>
          <a:xfrm xmlns:a="http://schemas.openxmlformats.org/drawingml/2006/main">
            <a:off x="323850" y="4749658"/>
            <a:ext cx="1381125" cy="149253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5502647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E807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267547D7-2D73-4BA1-838B-EE8A1EA15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00800"/>
            <a:ext cx="1219169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6BE"/>
          </a:solidFill>
        </p:spPr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B2239C6C-5F3E-46D3-B33F-F5EC70675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00800"/>
            <a:ext cx="12191695" cy="320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A"/>
          </a:solidFill>
        </p:spPr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6265DAFA-C801-48F5-AA46-93255BA53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16" y="6483096"/>
            <a:ext cx="1051560" cy="2926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6BE"/>
          </a:solidFill>
          <a:ln xmlns:a="http://schemas.openxmlformats.org/drawingml/2006/main" w="12700">
            <a:solidFill>
              <a:srgbClr val="6B6B66"/>
            </a:solidFill>
            <a:prstDash val="solid"/>
          </a:ln>
        </p:spPr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CD50DBF2-2376-42C2-ACAC-E99271714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16" y="6483096"/>
            <a:ext cx="1051560" cy="274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A"/>
          </a:solidFill>
        </p:spPr>
      </p:sp>
      <p:pic>
        <p:nvPicPr>
          <p:cNvPr id="38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2b521d35a0f4a6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01168" y="6510528"/>
            <a:ext cx="237744" cy="237744"/>
          </a:xfrm>
          <a:prstGeom xmlns:a="http://schemas.openxmlformats.org/drawingml/2006/main" prst="rect">
            <a:avLst/>
          </a:prstGeom>
        </p:spPr>
      </p:pic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8696C270-65D4-4376-87BC-691C49887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3096"/>
            <a:ext cx="6858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1B2340"/>
                </a:solidFill>
                <a:latin typeface="Malgun Gothic"/>
                <a:ea typeface="Malgun Gothic"/>
                <a:cs typeface="Malgun Gothic"/>
              </a:rPr>
              <a:t>시작</a:t>
            </a:r>
          </a:p>
        </p:txBody>
      </p:sp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36A7ED09-8521-4BA7-AE2F-31B6F83CB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1360" y="6492240"/>
            <a:ext cx="1170432" cy="2743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6CE"/>
          </a:solidFill>
          <a:ln xmlns:a="http://schemas.openxmlformats.org/drawingml/2006/main" w="9525">
            <a:solidFill>
              <a:srgbClr val="6B6B66"/>
            </a:solidFill>
            <a:prstDash val="solid"/>
          </a:ln>
        </p:spPr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B2AD32B1-C3D1-452B-8EB4-333F7F59E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1360" y="6492240"/>
            <a:ext cx="1170432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>
                <a:solidFill>
                  <a:srgbClr val="1B2340"/>
                </a:solidFill>
                <a:latin typeface="Calibri"/>
                <a:ea typeface="Calibri"/>
                <a:cs typeface="Calibri"/>
              </a:rPr>
              <a:t>UKKKK.exe</a:t>
            </a:r>
          </a:p>
        </p:txBody>
      </p:sp>
      <p:sp>
        <p:nvSpPr>
          <p:cNvPr id="10" name="Shape 7">
            <a:extLst xmlns:a="http://schemas.openxmlformats.org/drawingml/2006/main">
              <a:ext uri="{FF2B5EF4-FFF2-40B4-BE49-F238E27FC236}">
                <a16:creationId xmlns:a16="http://schemas.microsoft.com/office/drawing/2014/main" id="{9E0AB4A6-A26E-4A3E-BFAE-AB7F11FAB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896" y="219456"/>
            <a:ext cx="11567160" cy="59984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2225">
            <a:solidFill>
              <a:srgbClr val="1B2340"/>
            </a:solidFill>
            <a:prstDash val="solid"/>
          </a:ln>
          <a:effectLst xmlns:a="http://schemas.openxmlformats.org/drawingml/2006/main">
            <a:outerShdw blurRad="88900" dist="50800" dir="5400000" sx="100000" sy="100000" kx="0" ky="0" algn="bl" rotWithShape="0">
              <a:srgbClr val="05433D">
                <a:alpha val="40000"/>
              </a:srgbClr>
            </a:outerShdw>
          </a:effectLst>
        </p:spPr>
      </p:sp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25917F6B-4C08-46F7-A104-C5710D3D5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328" y="246888"/>
            <a:ext cx="11512296" cy="228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</p:sp>
      <p:sp>
        <p:nvSpPr>
          <p:cNvPr id="12" name="Shape 9">
            <a:extLst xmlns:a="http://schemas.openxmlformats.org/drawingml/2006/main">
              <a:ext uri="{FF2B5EF4-FFF2-40B4-BE49-F238E27FC236}">
                <a16:creationId xmlns:a16="http://schemas.microsoft.com/office/drawing/2014/main" id="{9ED89CE5-F9CD-4510-826B-DBC991F9D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896" y="219456"/>
            <a:ext cx="1156716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4ABF"/>
          </a:solidFill>
        </p:spPr>
      </p:sp>
      <p:pic>
        <p:nvPicPr>
          <p:cNvPr id="45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2b521d35a0f4a6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38912" y="292608"/>
            <a:ext cx="310896" cy="310896"/>
          </a:xfrm>
          <a:prstGeom xmlns:a="http://schemas.openxmlformats.org/drawingml/2006/main" prst="rect">
            <a:avLst/>
          </a:prstGeom>
        </p:spPr>
      </p:pic>
      <p:sp>
        <p:nvSpPr>
          <p:cNvPr id="14" name="Text 10">
            <a:extLst xmlns:a="http://schemas.openxmlformats.org/drawingml/2006/main">
              <a:ext uri="{FF2B5EF4-FFF2-40B4-BE49-F238E27FC236}">
                <a16:creationId xmlns:a16="http://schemas.microsoft.com/office/drawing/2014/main" id="{E60850B7-8227-4578-A349-04D5C6999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219456"/>
            <a:ext cx="932688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새싹이 오피스 길잡이   —   8 · 길잡이와 보고서</a:t>
            </a:r>
          </a:p>
        </p:txBody>
      </p:sp>
      <p:sp>
        <p:nvSpPr>
          <p:cNvPr id="15" name="Shape 11">
            <a:extLst xmlns:a="http://schemas.openxmlformats.org/drawingml/2006/main">
              <a:ext uri="{FF2B5EF4-FFF2-40B4-BE49-F238E27FC236}">
                <a16:creationId xmlns:a16="http://schemas.microsoft.com/office/drawing/2014/main" id="{28DA0427-9E9D-4655-B338-0AF3BA5AA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3928" y="320040"/>
            <a:ext cx="265176" cy="2560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6BE"/>
          </a:solidFill>
          <a:ln xmlns:a="http://schemas.openxmlformats.org/drawingml/2006/main" w="9525">
            <a:solidFill>
              <a:srgbClr val="6B6B66"/>
            </a:solidFill>
            <a:prstDash val="solid"/>
          </a:ln>
        </p:spPr>
      </p:sp>
      <p:sp>
        <p:nvSpPr>
          <p:cNvPr id="16" name="Shape 12">
            <a:extLst xmlns:a="http://schemas.openxmlformats.org/drawingml/2006/main">
              <a:ext uri="{FF2B5EF4-FFF2-40B4-BE49-F238E27FC236}">
                <a16:creationId xmlns:a16="http://schemas.microsoft.com/office/drawing/2014/main" id="{32E76F2E-C252-4C47-A4FF-70A6EECF1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3928" y="320040"/>
            <a:ext cx="265176" cy="274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A"/>
          </a:solidFill>
        </p:spPr>
      </p:sp>
      <p:sp>
        <p:nvSpPr>
          <p:cNvPr id="17" name="Text 13">
            <a:extLst xmlns:a="http://schemas.openxmlformats.org/drawingml/2006/main">
              <a:ext uri="{FF2B5EF4-FFF2-40B4-BE49-F238E27FC236}">
                <a16:creationId xmlns:a16="http://schemas.microsoft.com/office/drawing/2014/main" id="{C2BC1127-AE2C-4977-BCF6-6453C78C7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3928" y="320040"/>
            <a:ext cx="265176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>
                <a:solidFill>
                  <a:srgbClr val="1B2340"/>
                </a:solidFill>
              </a:rPr>
              <a:t>_</a:t>
            </a:r>
          </a:p>
        </p:txBody>
      </p:sp>
      <p:sp>
        <p:nvSpPr>
          <p:cNvPr id="18" name="Shape 14">
            <a:extLst xmlns:a="http://schemas.openxmlformats.org/drawingml/2006/main">
              <a:ext uri="{FF2B5EF4-FFF2-40B4-BE49-F238E27FC236}">
                <a16:creationId xmlns:a16="http://schemas.microsoft.com/office/drawing/2014/main" id="{00F735D3-4F6B-47CE-B56F-B5EB6368A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4824" y="320040"/>
            <a:ext cx="265176" cy="2560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6BE"/>
          </a:solidFill>
          <a:ln xmlns:a="http://schemas.openxmlformats.org/drawingml/2006/main" w="9525">
            <a:solidFill>
              <a:srgbClr val="6B6B66"/>
            </a:solidFill>
            <a:prstDash val="solid"/>
          </a:ln>
        </p:spPr>
      </p:sp>
      <p:sp>
        <p:nvSpPr>
          <p:cNvPr id="19" name="Shape 15">
            <a:extLst xmlns:a="http://schemas.openxmlformats.org/drawingml/2006/main">
              <a:ext uri="{FF2B5EF4-FFF2-40B4-BE49-F238E27FC236}">
                <a16:creationId xmlns:a16="http://schemas.microsoft.com/office/drawing/2014/main" id="{A97AECAB-676D-48A8-B5E7-219269559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4824" y="320040"/>
            <a:ext cx="265176" cy="274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A"/>
          </a:solidFill>
        </p:spPr>
      </p:sp>
      <p:sp>
        <p:nvSpPr>
          <p:cNvPr id="20" name="Text 16">
            <a:extLst xmlns:a="http://schemas.openxmlformats.org/drawingml/2006/main">
              <a:ext uri="{FF2B5EF4-FFF2-40B4-BE49-F238E27FC236}">
                <a16:creationId xmlns:a16="http://schemas.microsoft.com/office/drawing/2014/main" id="{A8A3703E-3888-485F-A8A4-0EE8472D1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4824" y="320040"/>
            <a:ext cx="265176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>
                <a:solidFill>
                  <a:srgbClr val="1B2340"/>
                </a:solidFill>
              </a:rPr>
              <a:t>❑</a:t>
            </a:r>
          </a:p>
        </p:txBody>
      </p:sp>
      <p:sp>
        <p:nvSpPr>
          <p:cNvPr id="21" name="Shape 17">
            <a:extLst xmlns:a="http://schemas.openxmlformats.org/drawingml/2006/main">
              <a:ext uri="{FF2B5EF4-FFF2-40B4-BE49-F238E27FC236}">
                <a16:creationId xmlns:a16="http://schemas.microsoft.com/office/drawing/2014/main" id="{86807D00-BBCC-4318-8370-96951A2D1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5720" y="320040"/>
            <a:ext cx="265176" cy="2560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6BE"/>
          </a:solidFill>
          <a:ln xmlns:a="http://schemas.openxmlformats.org/drawingml/2006/main" w="9525">
            <a:solidFill>
              <a:srgbClr val="6B6B66"/>
            </a:solidFill>
            <a:prstDash val="solid"/>
          </a:ln>
        </p:spPr>
      </p:sp>
      <p:sp>
        <p:nvSpPr>
          <p:cNvPr id="22" name="Shape 18">
            <a:extLst xmlns:a="http://schemas.openxmlformats.org/drawingml/2006/main">
              <a:ext uri="{FF2B5EF4-FFF2-40B4-BE49-F238E27FC236}">
                <a16:creationId xmlns:a16="http://schemas.microsoft.com/office/drawing/2014/main" id="{6C1228D9-5322-4BC7-B719-A39509699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5720" y="320040"/>
            <a:ext cx="265176" cy="274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A"/>
          </a:solidFill>
        </p:spPr>
      </p:sp>
      <p:sp>
        <p:nvSpPr>
          <p:cNvPr id="23" name="Text 19">
            <a:extLst xmlns:a="http://schemas.openxmlformats.org/drawingml/2006/main">
              <a:ext uri="{FF2B5EF4-FFF2-40B4-BE49-F238E27FC236}">
                <a16:creationId xmlns:a16="http://schemas.microsoft.com/office/drawing/2014/main" id="{62A2F794-BF4F-4103-9A29-C313ED6EE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5720" y="320040"/>
            <a:ext cx="265176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>
                <a:solidFill>
                  <a:srgbClr val="1B2340"/>
                </a:solidFill>
              </a:rPr>
              <a:t>✕</a:t>
            </a:r>
          </a:p>
        </p:txBody>
      </p:sp>
      <p:sp>
        <p:nvSpPr>
          <p:cNvPr id="24" name="Text 20">
            <a:extLst xmlns:a="http://schemas.openxmlformats.org/drawingml/2006/main">
              <a:ext uri="{FF2B5EF4-FFF2-40B4-BE49-F238E27FC236}">
                <a16:creationId xmlns:a16="http://schemas.microsoft.com/office/drawing/2014/main" id="{08486EDD-FD68-4A70-9660-5E8B7A1ED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960120"/>
            <a:ext cx="12191695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b="1">
                <a:solidFill>
                  <a:srgbClr val="7C5CE0"/>
                </a:solidFill>
                <a:latin typeface="Malgun Gothic"/>
                <a:ea typeface="Malgun Gothic"/>
                <a:cs typeface="Malgun Gothic"/>
              </a:rPr>
              <a:t>현재 화면·담당 범위에 맞춘 업무 안내</a:t>
            </a:r>
          </a:p>
        </p:txBody>
      </p:sp>
      <p:sp>
        <p:nvSpPr>
          <p:cNvPr id="25" name="Text 21">
            <a:extLst xmlns:a="http://schemas.openxmlformats.org/drawingml/2006/main">
              <a:ext uri="{FF2B5EF4-FFF2-40B4-BE49-F238E27FC236}">
                <a16:creationId xmlns:a16="http://schemas.microsoft.com/office/drawing/2014/main" id="{EDC52F84-59FD-4596-8F0D-DB35F4A29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298448"/>
            <a:ext cx="11091672" cy="1005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08000"/>
              </a:lnSpc>
              <a:buNone/>
            </a:pPr>
            <a:r>
              <a:rPr sz="2600" b="1">
                <a:solidFill>
                  <a:srgbClr val="1B2340"/>
                </a:solidFill>
                <a:latin typeface="Malgun Gothic"/>
                <a:ea typeface="Malgun Gothic"/>
                <a:cs typeface="Malgun Gothic"/>
              </a:rPr>
              <a:t>대분류·실제 팀 선택이 맞춤 보고서까지 그대로 이어집니다</a:t>
            </a:r>
          </a:p>
        </p:txBody>
      </p:sp>
      <p:sp>
        <p:nvSpPr>
          <p:cNvPr id="26" name="Shape 22">
            <a:extLst xmlns:a="http://schemas.openxmlformats.org/drawingml/2006/main">
              <a:ext uri="{FF2B5EF4-FFF2-40B4-BE49-F238E27FC236}">
                <a16:creationId xmlns:a16="http://schemas.microsoft.com/office/drawing/2014/main" id="{21B42EC0-4394-4968-B572-12066D457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8560" y="1993392"/>
            <a:ext cx="6894576" cy="360273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B2340"/>
            </a:solidFill>
            <a:prstDash val="solid"/>
          </a:ln>
          <a:effectLst xmlns:a="http://schemas.openxmlformats.org/drawingml/2006/main">
            <a:outerShdw blurRad="101600" dist="38100" dir="5400000" sx="100000" sy="100000" kx="0" ky="0" algn="bl" rotWithShape="0">
              <a:srgbClr val="05433D">
                <a:alpha val="40000"/>
              </a:srgbClr>
            </a:outerShdw>
          </a:effectLst>
        </p:spPr>
      </p:sp>
      <p:pic>
        <p:nvPicPr>
          <p:cNvPr id="59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6c532239b5f44c2"/>
          <a:stretch xmlns:a="http://schemas.openxmlformats.org/drawingml/2006/main"/>
        </p:blipFill>
        <p:spPr>
          <a:xfrm xmlns:a="http://schemas.openxmlformats.org/drawingml/2006/main">
            <a:off x="3613575" y="2103120"/>
            <a:ext cx="4964547" cy="3383280"/>
          </a:xfrm>
          <a:prstGeom xmlns:a="http://schemas.openxmlformats.org/drawingml/2006/main" prst="rect">
            <a:avLst/>
          </a:prstGeom>
        </p:spPr>
      </p:pic>
      <p:sp>
        <p:nvSpPr>
          <p:cNvPr id="28" name="Shape 23">
            <a:extLst xmlns:a="http://schemas.openxmlformats.org/drawingml/2006/main">
              <a:ext uri="{FF2B5EF4-FFF2-40B4-BE49-F238E27FC236}">
                <a16:creationId xmlns:a16="http://schemas.microsoft.com/office/drawing/2014/main" id="{38012B29-7953-4652-8C2B-07D9F6279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7048" y="5230368"/>
            <a:ext cx="3685032" cy="6766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FBE6"/>
          </a:solidFill>
          <a:ln xmlns:a="http://schemas.openxmlformats.org/drawingml/2006/main" w="22225">
            <a:solidFill>
              <a:srgbClr val="111111"/>
            </a:solidFill>
            <a:prstDash val="solid"/>
          </a:ln>
          <a:effectLst xmlns:a="http://schemas.openxmlformats.org/drawingml/2006/main">
            <a:outerShdw blurRad="25400" dist="25400" dir="5400000" sx="100000" sy="100000" kx="0" ky="0" algn="bl" rotWithShape="0">
              <a:srgbClr val="444444">
                <a:alpha val="35000"/>
              </a:srgbClr>
            </a:outerShdw>
          </a:effectLst>
        </p:spPr>
      </p:sp>
      <p:sp>
        <p:nvSpPr>
          <p:cNvPr id="29" name="Text 24">
            <a:extLst xmlns:a="http://schemas.openxmlformats.org/drawingml/2006/main">
              <a:ext uri="{FF2B5EF4-FFF2-40B4-BE49-F238E27FC236}">
                <a16:creationId xmlns:a16="http://schemas.microsoft.com/office/drawing/2014/main" id="{C7793120-FA2B-4533-A185-E172455CB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8488" y="5230368"/>
            <a:ext cx="3502152" cy="6766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50" b="1">
                <a:solidFill>
                  <a:srgbClr val="1A2340"/>
                </a:solidFill>
                <a:latin typeface="Malgun Gothic"/>
                <a:ea typeface="Malgun Gothic"/>
                <a:cs typeface="Malgun Gothic"/>
              </a:rPr>
              <a:t>전체·대분류·팀 기준으로 수치·본문·추천 섹션을 다시 구성해요</a:t>
            </a:r>
          </a:p>
        </p:txBody>
      </p:sp>
      <p:pic>
        <p:nvPicPr>
          <p:cNvPr id="62" name="Imag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2b521d35a0f4a6a"/>
          <a:stretch xmlns:a="http://schemas.openxmlformats.org/drawingml/2006/main"/>
        </p:blipFill>
        <p:spPr>
          <a:xfrm xmlns:a="http://schemas.openxmlformats.org/drawingml/2006/main">
            <a:off x="357406" y="4686300"/>
            <a:ext cx="1314012" cy="16192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3598473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0E807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5FE270FD-9BBF-4E6F-AA51-A4393ECA6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00800"/>
            <a:ext cx="1219169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6BE"/>
          </a:solidFill>
        </p:spPr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FFD06088-6BB1-4055-B9BB-ECB2BA8E8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00800"/>
            <a:ext cx="12191695" cy="320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A"/>
          </a:solidFill>
        </p:spPr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C33320FF-374C-4ABC-9C5A-8B12CBF2F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16" y="6483096"/>
            <a:ext cx="1051560" cy="2926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6BE"/>
          </a:solidFill>
          <a:ln xmlns:a="http://schemas.openxmlformats.org/drawingml/2006/main" w="12700">
            <a:solidFill>
              <a:srgbClr val="6B6B66"/>
            </a:solidFill>
            <a:prstDash val="solid"/>
          </a:ln>
        </p:spPr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DA2D870D-6B4B-445B-BF5D-EC6F4C9DA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16" y="6483096"/>
            <a:ext cx="1051560" cy="274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A"/>
          </a:solidFill>
        </p:spPr>
      </p:sp>
      <p:pic>
        <p:nvPicPr>
          <p:cNvPr id="43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1284a177c8b4f6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01168" y="6510528"/>
            <a:ext cx="237744" cy="237744"/>
          </a:xfrm>
          <a:prstGeom xmlns:a="http://schemas.openxmlformats.org/drawingml/2006/main" prst="rect">
            <a:avLst/>
          </a:prstGeom>
        </p:spPr>
      </p:pic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23CC8931-2FEE-45CB-9CCB-C587AB190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3096"/>
            <a:ext cx="6858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1B2340"/>
                </a:solidFill>
                <a:latin typeface="Malgun Gothic"/>
                <a:ea typeface="Malgun Gothic"/>
                <a:cs typeface="Malgun Gothic"/>
              </a:rPr>
              <a:t>시작</a:t>
            </a:r>
          </a:p>
        </p:txBody>
      </p:sp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8A989F7B-732F-4EB6-B6DD-9C5406B39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1360" y="6492240"/>
            <a:ext cx="1170432" cy="2743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6CE"/>
          </a:solidFill>
          <a:ln xmlns:a="http://schemas.openxmlformats.org/drawingml/2006/main" w="9525">
            <a:solidFill>
              <a:srgbClr val="6B6B66"/>
            </a:solidFill>
            <a:prstDash val="solid"/>
          </a:ln>
        </p:spPr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C1FD351D-86F8-4CBE-B1DF-5E02366D2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1360" y="6492240"/>
            <a:ext cx="1170432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>
                <a:solidFill>
                  <a:srgbClr val="1B2340"/>
                </a:solidFill>
                <a:latin typeface="Calibri"/>
                <a:ea typeface="Calibri"/>
                <a:cs typeface="Calibri"/>
              </a:rPr>
              <a:t>UKKKK.exe</a:t>
            </a:r>
          </a:p>
        </p:txBody>
      </p:sp>
      <p:sp>
        <p:nvSpPr>
          <p:cNvPr id="10" name="Shape 7">
            <a:extLst xmlns:a="http://schemas.openxmlformats.org/drawingml/2006/main">
              <a:ext uri="{FF2B5EF4-FFF2-40B4-BE49-F238E27FC236}">
                <a16:creationId xmlns:a16="http://schemas.microsoft.com/office/drawing/2014/main" id="{0DD54B6C-620B-42D3-BA12-393C298C7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896" y="219456"/>
            <a:ext cx="11567160" cy="59984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2225">
            <a:solidFill>
              <a:srgbClr val="1B2340"/>
            </a:solidFill>
            <a:prstDash val="solid"/>
          </a:ln>
          <a:effectLst xmlns:a="http://schemas.openxmlformats.org/drawingml/2006/main">
            <a:outerShdw blurRad="88900" dist="50800" dir="5400000" sx="100000" sy="100000" kx="0" ky="0" algn="bl" rotWithShape="0">
              <a:srgbClr val="05433D">
                <a:alpha val="40000"/>
              </a:srgbClr>
            </a:outerShdw>
          </a:effectLst>
        </p:spPr>
      </p:sp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AB767FE7-EEC2-4817-BB81-314398FE3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328" y="246888"/>
            <a:ext cx="11512296" cy="228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</p:sp>
      <p:sp>
        <p:nvSpPr>
          <p:cNvPr id="12" name="Shape 9">
            <a:extLst xmlns:a="http://schemas.openxmlformats.org/drawingml/2006/main">
              <a:ext uri="{FF2B5EF4-FFF2-40B4-BE49-F238E27FC236}">
                <a16:creationId xmlns:a16="http://schemas.microsoft.com/office/drawing/2014/main" id="{8DDA77C1-932B-4391-9332-F77DB9F05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896" y="219456"/>
            <a:ext cx="1156716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4ABF"/>
          </a:solidFill>
        </p:spPr>
      </p:sp>
      <p:pic>
        <p:nvPicPr>
          <p:cNvPr id="50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1284a177c8b4f6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38912" y="292608"/>
            <a:ext cx="310896" cy="310896"/>
          </a:xfrm>
          <a:prstGeom xmlns:a="http://schemas.openxmlformats.org/drawingml/2006/main" prst="rect">
            <a:avLst/>
          </a:prstGeom>
        </p:spPr>
      </p:pic>
      <p:sp>
        <p:nvSpPr>
          <p:cNvPr id="14" name="Text 10">
            <a:extLst xmlns:a="http://schemas.openxmlformats.org/drawingml/2006/main">
              <a:ext uri="{FF2B5EF4-FFF2-40B4-BE49-F238E27FC236}">
                <a16:creationId xmlns:a16="http://schemas.microsoft.com/office/drawing/2014/main" id="{C7B267C4-9D3B-4836-AEA1-D3493F582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219456"/>
            <a:ext cx="932688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새싹이 오피스 길잡이   —   9 · 데이터 품질</a:t>
            </a:r>
          </a:p>
        </p:txBody>
      </p:sp>
      <p:sp>
        <p:nvSpPr>
          <p:cNvPr id="15" name="Shape 11">
            <a:extLst xmlns:a="http://schemas.openxmlformats.org/drawingml/2006/main">
              <a:ext uri="{FF2B5EF4-FFF2-40B4-BE49-F238E27FC236}">
                <a16:creationId xmlns:a16="http://schemas.microsoft.com/office/drawing/2014/main" id="{FA8A2193-F52F-40F4-9971-B8D6152B8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3928" y="320040"/>
            <a:ext cx="265176" cy="2560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6BE"/>
          </a:solidFill>
          <a:ln xmlns:a="http://schemas.openxmlformats.org/drawingml/2006/main" w="9525">
            <a:solidFill>
              <a:srgbClr val="6B6B66"/>
            </a:solidFill>
            <a:prstDash val="solid"/>
          </a:ln>
        </p:spPr>
      </p:sp>
      <p:sp>
        <p:nvSpPr>
          <p:cNvPr id="16" name="Shape 12">
            <a:extLst xmlns:a="http://schemas.openxmlformats.org/drawingml/2006/main">
              <a:ext uri="{FF2B5EF4-FFF2-40B4-BE49-F238E27FC236}">
                <a16:creationId xmlns:a16="http://schemas.microsoft.com/office/drawing/2014/main" id="{072DCED6-AEA8-4FD8-8EE5-665F353E3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3928" y="320040"/>
            <a:ext cx="265176" cy="274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A"/>
          </a:solidFill>
        </p:spPr>
      </p:sp>
      <p:sp>
        <p:nvSpPr>
          <p:cNvPr id="17" name="Text 13">
            <a:extLst xmlns:a="http://schemas.openxmlformats.org/drawingml/2006/main">
              <a:ext uri="{FF2B5EF4-FFF2-40B4-BE49-F238E27FC236}">
                <a16:creationId xmlns:a16="http://schemas.microsoft.com/office/drawing/2014/main" id="{90E3299D-07F4-4F5B-95A6-E3040CDF2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3928" y="320040"/>
            <a:ext cx="265176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>
                <a:solidFill>
                  <a:srgbClr val="1B2340"/>
                </a:solidFill>
              </a:rPr>
              <a:t>_</a:t>
            </a:r>
          </a:p>
        </p:txBody>
      </p:sp>
      <p:sp>
        <p:nvSpPr>
          <p:cNvPr id="18" name="Shape 14">
            <a:extLst xmlns:a="http://schemas.openxmlformats.org/drawingml/2006/main">
              <a:ext uri="{FF2B5EF4-FFF2-40B4-BE49-F238E27FC236}">
                <a16:creationId xmlns:a16="http://schemas.microsoft.com/office/drawing/2014/main" id="{E4E0611C-7F7D-47B8-936C-02C0038B6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4824" y="320040"/>
            <a:ext cx="265176" cy="2560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6BE"/>
          </a:solidFill>
          <a:ln xmlns:a="http://schemas.openxmlformats.org/drawingml/2006/main" w="9525">
            <a:solidFill>
              <a:srgbClr val="6B6B66"/>
            </a:solidFill>
            <a:prstDash val="solid"/>
          </a:ln>
        </p:spPr>
      </p:sp>
      <p:sp>
        <p:nvSpPr>
          <p:cNvPr id="19" name="Shape 15">
            <a:extLst xmlns:a="http://schemas.openxmlformats.org/drawingml/2006/main">
              <a:ext uri="{FF2B5EF4-FFF2-40B4-BE49-F238E27FC236}">
                <a16:creationId xmlns:a16="http://schemas.microsoft.com/office/drawing/2014/main" id="{F01C4691-F64F-4CE4-A062-ADA0837BA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4824" y="320040"/>
            <a:ext cx="265176" cy="274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A"/>
          </a:solidFill>
        </p:spPr>
      </p:sp>
      <p:sp>
        <p:nvSpPr>
          <p:cNvPr id="20" name="Text 16">
            <a:extLst xmlns:a="http://schemas.openxmlformats.org/drawingml/2006/main">
              <a:ext uri="{FF2B5EF4-FFF2-40B4-BE49-F238E27FC236}">
                <a16:creationId xmlns:a16="http://schemas.microsoft.com/office/drawing/2014/main" id="{41F6E9A0-2001-4E6B-A588-F4E9574B0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4824" y="320040"/>
            <a:ext cx="265176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>
                <a:solidFill>
                  <a:srgbClr val="1B2340"/>
                </a:solidFill>
              </a:rPr>
              <a:t>❑</a:t>
            </a:r>
          </a:p>
        </p:txBody>
      </p:sp>
      <p:sp>
        <p:nvSpPr>
          <p:cNvPr id="21" name="Shape 17">
            <a:extLst xmlns:a="http://schemas.openxmlformats.org/drawingml/2006/main">
              <a:ext uri="{FF2B5EF4-FFF2-40B4-BE49-F238E27FC236}">
                <a16:creationId xmlns:a16="http://schemas.microsoft.com/office/drawing/2014/main" id="{1E76A657-DAA3-42B0-8946-3A5BB3D96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5720" y="320040"/>
            <a:ext cx="265176" cy="2560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6BE"/>
          </a:solidFill>
          <a:ln xmlns:a="http://schemas.openxmlformats.org/drawingml/2006/main" w="9525">
            <a:solidFill>
              <a:srgbClr val="6B6B66"/>
            </a:solidFill>
            <a:prstDash val="solid"/>
          </a:ln>
        </p:spPr>
      </p:sp>
      <p:sp>
        <p:nvSpPr>
          <p:cNvPr id="22" name="Shape 18">
            <a:extLst xmlns:a="http://schemas.openxmlformats.org/drawingml/2006/main">
              <a:ext uri="{FF2B5EF4-FFF2-40B4-BE49-F238E27FC236}">
                <a16:creationId xmlns:a16="http://schemas.microsoft.com/office/drawing/2014/main" id="{B6446DD0-3737-4359-9CD2-12EEDF07A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5720" y="320040"/>
            <a:ext cx="265176" cy="274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A"/>
          </a:solidFill>
        </p:spPr>
      </p:sp>
      <p:sp>
        <p:nvSpPr>
          <p:cNvPr id="23" name="Text 19">
            <a:extLst xmlns:a="http://schemas.openxmlformats.org/drawingml/2006/main">
              <a:ext uri="{FF2B5EF4-FFF2-40B4-BE49-F238E27FC236}">
                <a16:creationId xmlns:a16="http://schemas.microsoft.com/office/drawing/2014/main" id="{06462A81-2D9D-4211-A2AB-C6D6455F6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5720" y="320040"/>
            <a:ext cx="265176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>
                <a:solidFill>
                  <a:srgbClr val="1B2340"/>
                </a:solidFill>
              </a:rPr>
              <a:t>✕</a:t>
            </a:r>
          </a:p>
        </p:txBody>
      </p:sp>
      <p:sp>
        <p:nvSpPr>
          <p:cNvPr id="24" name="Text 20">
            <a:extLst xmlns:a="http://schemas.openxmlformats.org/drawingml/2006/main">
              <a:ext uri="{FF2B5EF4-FFF2-40B4-BE49-F238E27FC236}">
                <a16:creationId xmlns:a16="http://schemas.microsoft.com/office/drawing/2014/main" id="{B0A0FD98-A082-4105-9201-E25C99377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554480"/>
            <a:ext cx="12191695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b="1">
                <a:solidFill>
                  <a:srgbClr val="7C5CE0"/>
                </a:solidFill>
                <a:latin typeface="Malgun Gothic"/>
                <a:ea typeface="Malgun Gothic"/>
                <a:cs typeface="Malgun Gothic"/>
              </a:rPr>
              <a:t>모르는 값은 모른다고 표시합니다</a:t>
            </a:r>
          </a:p>
        </p:txBody>
      </p:sp>
      <p:sp>
        <p:nvSpPr>
          <p:cNvPr id="25" name="Text 21">
            <a:extLst xmlns:a="http://schemas.openxmlformats.org/drawingml/2006/main">
              <a:ext uri="{FF2B5EF4-FFF2-40B4-BE49-F238E27FC236}">
                <a16:creationId xmlns:a16="http://schemas.microsoft.com/office/drawing/2014/main" id="{60EA32B8-008A-441E-9429-2784EE90A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103120"/>
            <a:ext cx="12191695" cy="1371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400" b="1">
                <a:solidFill>
                  <a:srgbClr val="C77D00"/>
                </a:solidFill>
                <a:latin typeface="Calibri"/>
                <a:ea typeface="Calibri"/>
                <a:cs typeface="Calibri"/>
              </a:rPr>
              <a:t>804</a:t>
            </a:r>
          </a:p>
        </p:txBody>
      </p:sp>
      <p:sp>
        <p:nvSpPr>
          <p:cNvPr id="26" name="Text 22">
            <a:extLst xmlns:a="http://schemas.openxmlformats.org/drawingml/2006/main">
              <a:ext uri="{FF2B5EF4-FFF2-40B4-BE49-F238E27FC236}">
                <a16:creationId xmlns:a16="http://schemas.microsoft.com/office/drawing/2014/main" id="{C084A70B-5101-4ED0-A994-A1E1427C7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429000"/>
            <a:ext cx="12191695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20000"/>
              </a:lnSpc>
              <a:buNone/>
            </a:pPr>
            <a:r>
              <a:rPr sz="1500">
                <a:solidFill>
                  <a:srgbClr val="5C6684"/>
                </a:solidFill>
                <a:latin typeface="Malgun Gothic"/>
                <a:ea typeface="Malgun Gothic"/>
                <a:cs typeface="Malgun Gothic"/>
              </a:rPr>
              <a:t>원본 미상 804건 · 원본 특정 자치구 20건</a:t>
            </a:r>
          </a:p>
        </p:txBody>
      </p:sp>
      <p:sp>
        <p:nvSpPr>
          <p:cNvPr id="27" name="Shape 23">
            <a:extLst xmlns:a="http://schemas.openxmlformats.org/drawingml/2006/main">
              <a:ext uri="{FF2B5EF4-FFF2-40B4-BE49-F238E27FC236}">
                <a16:creationId xmlns:a16="http://schemas.microsoft.com/office/drawing/2014/main" id="{8FCD1F74-BDC3-47B8-B91B-EAD48EA36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0856" y="4251960"/>
            <a:ext cx="219456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F5EC"/>
          </a:solidFill>
          <a:ln xmlns:a="http://schemas.openxmlformats.org/drawingml/2006/main" w="12700">
            <a:solidFill>
              <a:srgbClr val="0FA968"/>
            </a:solidFill>
            <a:prstDash val="solid"/>
          </a:ln>
        </p:spPr>
      </p:sp>
      <p:sp>
        <p:nvSpPr>
          <p:cNvPr id="28" name="Text 24">
            <a:extLst xmlns:a="http://schemas.openxmlformats.org/drawingml/2006/main">
              <a:ext uri="{FF2B5EF4-FFF2-40B4-BE49-F238E27FC236}">
                <a16:creationId xmlns:a16="http://schemas.microsoft.com/office/drawing/2014/main" id="{F1ACFA58-A759-4FFE-8E56-20D79FA08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0856" y="4251960"/>
            <a:ext cx="219456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0FA968"/>
                </a:solidFill>
                <a:latin typeface="Malgun Gothic"/>
                <a:ea typeface="Malgun Gothic"/>
                <a:cs typeface="Malgun Gothic"/>
              </a:rPr>
              <a:t>본문 자치구 후보 49</a:t>
            </a:r>
          </a:p>
        </p:txBody>
      </p:sp>
      <p:sp>
        <p:nvSpPr>
          <p:cNvPr id="29" name="Shape 25">
            <a:extLst xmlns:a="http://schemas.openxmlformats.org/drawingml/2006/main">
              <a:ext uri="{FF2B5EF4-FFF2-40B4-BE49-F238E27FC236}">
                <a16:creationId xmlns:a16="http://schemas.microsoft.com/office/drawing/2014/main" id="{A0786225-57F2-40F8-9528-1DF9B1986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0008" y="4251960"/>
            <a:ext cx="201168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DFF"/>
          </a:solidFill>
          <a:ln xmlns:a="http://schemas.openxmlformats.org/drawingml/2006/main" w="12700">
            <a:solidFill>
              <a:srgbClr val="3558D6"/>
            </a:solidFill>
            <a:prstDash val="solid"/>
          </a:ln>
        </p:spPr>
      </p:sp>
      <p:sp>
        <p:nvSpPr>
          <p:cNvPr id="30" name="Text 26">
            <a:extLst xmlns:a="http://schemas.openxmlformats.org/drawingml/2006/main">
              <a:ext uri="{FF2B5EF4-FFF2-40B4-BE49-F238E27FC236}">
                <a16:creationId xmlns:a16="http://schemas.microsoft.com/office/drawing/2014/main" id="{E1DE7587-49AA-4B16-9575-ADF319BEA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0008" y="4251960"/>
            <a:ext cx="201168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3558D6"/>
                </a:solidFill>
                <a:latin typeface="Malgun Gothic"/>
                <a:ea typeface="Malgun Gothic"/>
                <a:cs typeface="Malgun Gothic"/>
              </a:rPr>
              <a:t>서울시 전체 명시 5</a:t>
            </a:r>
          </a:p>
        </p:txBody>
      </p:sp>
      <p:sp>
        <p:nvSpPr>
          <p:cNvPr id="31" name="Shape 27">
            <a:extLst xmlns:a="http://schemas.openxmlformats.org/drawingml/2006/main">
              <a:ext uri="{FF2B5EF4-FFF2-40B4-BE49-F238E27FC236}">
                <a16:creationId xmlns:a16="http://schemas.microsoft.com/office/drawing/2014/main" id="{3FAAE6AF-2424-40AE-AFD8-0E71EF940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6280" y="4251960"/>
            <a:ext cx="219456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BFB"/>
          </a:solidFill>
          <a:ln xmlns:a="http://schemas.openxmlformats.org/drawingml/2006/main" w="12700">
            <a:solidFill>
              <a:srgbClr val="7C5CE0"/>
            </a:solidFill>
            <a:prstDash val="solid"/>
          </a:ln>
        </p:spPr>
      </p:sp>
      <p:sp>
        <p:nvSpPr>
          <p:cNvPr id="32" name="Text 28">
            <a:extLst xmlns:a="http://schemas.openxmlformats.org/drawingml/2006/main">
              <a:ext uri="{FF2B5EF4-FFF2-40B4-BE49-F238E27FC236}">
                <a16:creationId xmlns:a16="http://schemas.microsoft.com/office/drawing/2014/main" id="{FF7F7B57-123A-473E-A798-9DF680312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6280" y="4251960"/>
            <a:ext cx="219456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7C5CE0"/>
                </a:solidFill>
                <a:latin typeface="Malgun Gothic"/>
                <a:ea typeface="Malgun Gothic"/>
                <a:cs typeface="Malgun Gothic"/>
              </a:rPr>
              <a:t>지역 범위 미확인 750</a:t>
            </a:r>
          </a:p>
        </p:txBody>
      </p:sp>
      <p:sp>
        <p:nvSpPr>
          <p:cNvPr id="33" name="Text 29">
            <a:extLst xmlns:a="http://schemas.openxmlformats.org/drawingml/2006/main">
              <a:ext uri="{FF2B5EF4-FFF2-40B4-BE49-F238E27FC236}">
                <a16:creationId xmlns:a16="http://schemas.microsoft.com/office/drawing/2014/main" id="{1539C9C8-C002-493B-A431-4C002B3AA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892040"/>
            <a:ext cx="12191695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>
                <a:solidFill>
                  <a:srgbClr val="9AA3C7"/>
                </a:solidFill>
                <a:latin typeface="Malgun Gothic"/>
                <a:ea typeface="Malgun Gothic"/>
                <a:cs typeface="Malgun Gothic"/>
              </a:rPr>
              <a:t>분류 기준 · 원본 선택값 + 본문 직접 지명 · 원문 미연결 186건 별도</a:t>
            </a:r>
          </a:p>
        </p:txBody>
      </p:sp>
      <p:sp>
        <p:nvSpPr>
          <p:cNvPr id="34" name="Shape 30">
            <a:extLst xmlns:a="http://schemas.openxmlformats.org/drawingml/2006/main">
              <a:ext uri="{FF2B5EF4-FFF2-40B4-BE49-F238E27FC236}">
                <a16:creationId xmlns:a16="http://schemas.microsoft.com/office/drawing/2014/main" id="{6A41A804-46C5-4B98-9DE9-62E242425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7048" y="5230368"/>
            <a:ext cx="4572000" cy="6766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FBE6"/>
          </a:solidFill>
          <a:ln xmlns:a="http://schemas.openxmlformats.org/drawingml/2006/main" w="22225">
            <a:solidFill>
              <a:srgbClr val="111111"/>
            </a:solidFill>
            <a:prstDash val="solid"/>
          </a:ln>
          <a:effectLst xmlns:a="http://schemas.openxmlformats.org/drawingml/2006/main">
            <a:outerShdw blurRad="25400" dist="25400" dir="5400000" sx="100000" sy="100000" kx="0" ky="0" algn="bl" rotWithShape="0">
              <a:srgbClr val="444444">
                <a:alpha val="35000"/>
              </a:srgbClr>
            </a:outerShdw>
          </a:effectLst>
        </p:spPr>
      </p:sp>
      <p:sp>
        <p:nvSpPr>
          <p:cNvPr id="35" name="Text 31">
            <a:extLst xmlns:a="http://schemas.openxmlformats.org/drawingml/2006/main">
              <a:ext uri="{FF2B5EF4-FFF2-40B4-BE49-F238E27FC236}">
                <a16:creationId xmlns:a16="http://schemas.microsoft.com/office/drawing/2014/main" id="{D8CF3E53-9158-4BC7-BBFD-F5CFF245C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8488" y="5230368"/>
            <a:ext cx="4389120" cy="6766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50" b="1">
                <a:solidFill>
                  <a:srgbClr val="1A2340"/>
                </a:solidFill>
                <a:latin typeface="Malgun Gothic"/>
                <a:ea typeface="Malgun Gothic"/>
                <a:cs typeface="Malgun Gothic"/>
              </a:rPr>
              <a:t>미상을 결측치로 일괄 처리하지 않고 지역 범위를 구분해요</a:t>
            </a:r>
          </a:p>
        </p:txBody>
      </p:sp>
      <p:pic>
        <p:nvPicPr>
          <p:cNvPr id="73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1284a177c8b4f6d"/>
          <a:stretch xmlns:a="http://schemas.openxmlformats.org/drawingml/2006/main"/>
        </p:blipFill>
        <p:spPr>
          <a:xfrm xmlns:a="http://schemas.openxmlformats.org/drawingml/2006/main">
            <a:off x="228600" y="4820102"/>
            <a:ext cx="1619250" cy="1313547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1185325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0E807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1DE45E7B-19F2-47E5-BB38-085F0DE7E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00800"/>
            <a:ext cx="1219169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6BE"/>
          </a:solidFill>
        </p:spPr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B2739D35-E8E5-4180-A93F-73FEE791B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00800"/>
            <a:ext cx="12191695" cy="320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A"/>
          </a:solidFill>
        </p:spPr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D275AB19-4FC5-4C49-A20C-EF320202C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16" y="6483096"/>
            <a:ext cx="1051560" cy="2926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6BE"/>
          </a:solidFill>
          <a:ln xmlns:a="http://schemas.openxmlformats.org/drawingml/2006/main" w="12700">
            <a:solidFill>
              <a:srgbClr val="6B6B66"/>
            </a:solidFill>
            <a:prstDash val="solid"/>
          </a:ln>
        </p:spPr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1CB932A8-AA0B-4897-9FC4-D8B8C275E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16" y="6483096"/>
            <a:ext cx="1051560" cy="274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A"/>
          </a:solidFill>
        </p:spPr>
      </p:sp>
      <p:pic>
        <p:nvPicPr>
          <p:cNvPr id="35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6422284af2c4bb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01168" y="6510528"/>
            <a:ext cx="237744" cy="237744"/>
          </a:xfrm>
          <a:prstGeom xmlns:a="http://schemas.openxmlformats.org/drawingml/2006/main" prst="rect">
            <a:avLst/>
          </a:prstGeom>
        </p:spPr>
      </p:pic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584BB376-A733-46AB-B6AA-8B6BE3CF3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3096"/>
            <a:ext cx="6858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1B2340"/>
                </a:solidFill>
                <a:latin typeface="Malgun Gothic"/>
                <a:ea typeface="Malgun Gothic"/>
                <a:cs typeface="Malgun Gothic"/>
              </a:rPr>
              <a:t>시작</a:t>
            </a:r>
          </a:p>
        </p:txBody>
      </p:sp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06FD7266-11DB-4A18-AEDD-372019227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1360" y="6492240"/>
            <a:ext cx="1170432" cy="2743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6CE"/>
          </a:solidFill>
          <a:ln xmlns:a="http://schemas.openxmlformats.org/drawingml/2006/main" w="9525">
            <a:solidFill>
              <a:srgbClr val="6B6B66"/>
            </a:solidFill>
            <a:prstDash val="solid"/>
          </a:ln>
        </p:spPr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CD2C9D7B-08C2-40EC-B005-EEBA166A4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1360" y="6492240"/>
            <a:ext cx="1170432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>
                <a:solidFill>
                  <a:srgbClr val="1B2340"/>
                </a:solidFill>
                <a:latin typeface="Calibri"/>
                <a:ea typeface="Calibri"/>
                <a:cs typeface="Calibri"/>
              </a:rPr>
              <a:t>UKKKK.exe</a:t>
            </a:r>
          </a:p>
        </p:txBody>
      </p:sp>
      <p:sp>
        <p:nvSpPr>
          <p:cNvPr id="10" name="Shape 7">
            <a:extLst xmlns:a="http://schemas.openxmlformats.org/drawingml/2006/main">
              <a:ext uri="{FF2B5EF4-FFF2-40B4-BE49-F238E27FC236}">
                <a16:creationId xmlns:a16="http://schemas.microsoft.com/office/drawing/2014/main" id="{EC2200A9-F434-477E-8442-9CBBA6D6C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896" y="219456"/>
            <a:ext cx="11567160" cy="59984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2225">
            <a:solidFill>
              <a:srgbClr val="1B2340"/>
            </a:solidFill>
            <a:prstDash val="solid"/>
          </a:ln>
          <a:effectLst xmlns:a="http://schemas.openxmlformats.org/drawingml/2006/main">
            <a:outerShdw blurRad="88900" dist="50800" dir="5400000" sx="100000" sy="100000" kx="0" ky="0" algn="bl" rotWithShape="0">
              <a:srgbClr val="05433D">
                <a:alpha val="40000"/>
              </a:srgbClr>
            </a:outerShdw>
          </a:effectLst>
        </p:spPr>
      </p:sp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69136510-38ED-4222-A150-78ED7205B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328" y="246888"/>
            <a:ext cx="11512296" cy="228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</p:sp>
      <p:sp>
        <p:nvSpPr>
          <p:cNvPr id="12" name="Shape 9">
            <a:extLst xmlns:a="http://schemas.openxmlformats.org/drawingml/2006/main">
              <a:ext uri="{FF2B5EF4-FFF2-40B4-BE49-F238E27FC236}">
                <a16:creationId xmlns:a16="http://schemas.microsoft.com/office/drawing/2014/main" id="{335E3B63-462F-4A0F-B434-23339D197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896" y="219456"/>
            <a:ext cx="1156716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4ABF"/>
          </a:solidFill>
        </p:spPr>
      </p:sp>
      <p:pic>
        <p:nvPicPr>
          <p:cNvPr id="42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6422284af2c4bb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38912" y="292608"/>
            <a:ext cx="310896" cy="310896"/>
          </a:xfrm>
          <a:prstGeom xmlns:a="http://schemas.openxmlformats.org/drawingml/2006/main" prst="rect">
            <a:avLst/>
          </a:prstGeom>
        </p:spPr>
      </p:pic>
      <p:sp>
        <p:nvSpPr>
          <p:cNvPr id="14" name="Text 10">
            <a:extLst xmlns:a="http://schemas.openxmlformats.org/drawingml/2006/main">
              <a:ext uri="{FF2B5EF4-FFF2-40B4-BE49-F238E27FC236}">
                <a16:creationId xmlns:a16="http://schemas.microsoft.com/office/drawing/2014/main" id="{C4692A2A-E56F-4F83-B493-3C43587C2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219456"/>
            <a:ext cx="932688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새싹이 오피스 길잡이   —   11 · 데모 전 안내</a:t>
            </a:r>
          </a:p>
        </p:txBody>
      </p:sp>
      <p:sp>
        <p:nvSpPr>
          <p:cNvPr id="15" name="Shape 11">
            <a:extLst xmlns:a="http://schemas.openxmlformats.org/drawingml/2006/main">
              <a:ext uri="{FF2B5EF4-FFF2-40B4-BE49-F238E27FC236}">
                <a16:creationId xmlns:a16="http://schemas.microsoft.com/office/drawing/2014/main" id="{F64E4E4B-A0C3-47DB-BAED-924D8B99C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3928" y="320040"/>
            <a:ext cx="265176" cy="2560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6BE"/>
          </a:solidFill>
          <a:ln xmlns:a="http://schemas.openxmlformats.org/drawingml/2006/main" w="9525">
            <a:solidFill>
              <a:srgbClr val="6B6B66"/>
            </a:solidFill>
            <a:prstDash val="solid"/>
          </a:ln>
        </p:spPr>
      </p:sp>
      <p:sp>
        <p:nvSpPr>
          <p:cNvPr id="16" name="Shape 12">
            <a:extLst xmlns:a="http://schemas.openxmlformats.org/drawingml/2006/main">
              <a:ext uri="{FF2B5EF4-FFF2-40B4-BE49-F238E27FC236}">
                <a16:creationId xmlns:a16="http://schemas.microsoft.com/office/drawing/2014/main" id="{7BF0085D-9140-43E0-AA09-C3A937DC7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3928" y="320040"/>
            <a:ext cx="265176" cy="274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A"/>
          </a:solidFill>
        </p:spPr>
      </p:sp>
      <p:sp>
        <p:nvSpPr>
          <p:cNvPr id="17" name="Text 13">
            <a:extLst xmlns:a="http://schemas.openxmlformats.org/drawingml/2006/main">
              <a:ext uri="{FF2B5EF4-FFF2-40B4-BE49-F238E27FC236}">
                <a16:creationId xmlns:a16="http://schemas.microsoft.com/office/drawing/2014/main" id="{C4F6ECCD-B796-475E-8E51-17B40B7AD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3928" y="320040"/>
            <a:ext cx="265176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>
                <a:solidFill>
                  <a:srgbClr val="1B2340"/>
                </a:solidFill>
              </a:rPr>
              <a:t>_</a:t>
            </a:r>
          </a:p>
        </p:txBody>
      </p:sp>
      <p:sp>
        <p:nvSpPr>
          <p:cNvPr id="18" name="Shape 14">
            <a:extLst xmlns:a="http://schemas.openxmlformats.org/drawingml/2006/main">
              <a:ext uri="{FF2B5EF4-FFF2-40B4-BE49-F238E27FC236}">
                <a16:creationId xmlns:a16="http://schemas.microsoft.com/office/drawing/2014/main" id="{948B9517-9E60-448D-93CB-1DE9AA6D4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4824" y="320040"/>
            <a:ext cx="265176" cy="2560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6BE"/>
          </a:solidFill>
          <a:ln xmlns:a="http://schemas.openxmlformats.org/drawingml/2006/main" w="9525">
            <a:solidFill>
              <a:srgbClr val="6B6B66"/>
            </a:solidFill>
            <a:prstDash val="solid"/>
          </a:ln>
        </p:spPr>
      </p:sp>
      <p:sp>
        <p:nvSpPr>
          <p:cNvPr id="19" name="Shape 15">
            <a:extLst xmlns:a="http://schemas.openxmlformats.org/drawingml/2006/main">
              <a:ext uri="{FF2B5EF4-FFF2-40B4-BE49-F238E27FC236}">
                <a16:creationId xmlns:a16="http://schemas.microsoft.com/office/drawing/2014/main" id="{7D59888B-CAE6-4135-B898-4B57B02E6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4824" y="320040"/>
            <a:ext cx="265176" cy="274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A"/>
          </a:solidFill>
        </p:spPr>
      </p:sp>
      <p:sp>
        <p:nvSpPr>
          <p:cNvPr id="20" name="Text 16">
            <a:extLst xmlns:a="http://schemas.openxmlformats.org/drawingml/2006/main">
              <a:ext uri="{FF2B5EF4-FFF2-40B4-BE49-F238E27FC236}">
                <a16:creationId xmlns:a16="http://schemas.microsoft.com/office/drawing/2014/main" id="{7447723E-F930-4775-8A91-05800938D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4824" y="320040"/>
            <a:ext cx="265176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>
                <a:solidFill>
                  <a:srgbClr val="1B2340"/>
                </a:solidFill>
              </a:rPr>
              <a:t>❑</a:t>
            </a:r>
          </a:p>
        </p:txBody>
      </p:sp>
      <p:sp>
        <p:nvSpPr>
          <p:cNvPr id="21" name="Shape 17">
            <a:extLst xmlns:a="http://schemas.openxmlformats.org/drawingml/2006/main">
              <a:ext uri="{FF2B5EF4-FFF2-40B4-BE49-F238E27FC236}">
                <a16:creationId xmlns:a16="http://schemas.microsoft.com/office/drawing/2014/main" id="{78B1E101-E67A-4593-953E-0E821AB08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5720" y="320040"/>
            <a:ext cx="265176" cy="2560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6BE"/>
          </a:solidFill>
          <a:ln xmlns:a="http://schemas.openxmlformats.org/drawingml/2006/main" w="9525">
            <a:solidFill>
              <a:srgbClr val="6B6B66"/>
            </a:solidFill>
            <a:prstDash val="solid"/>
          </a:ln>
        </p:spPr>
      </p:sp>
      <p:sp>
        <p:nvSpPr>
          <p:cNvPr id="22" name="Shape 18">
            <a:extLst xmlns:a="http://schemas.openxmlformats.org/drawingml/2006/main">
              <a:ext uri="{FF2B5EF4-FFF2-40B4-BE49-F238E27FC236}">
                <a16:creationId xmlns:a16="http://schemas.microsoft.com/office/drawing/2014/main" id="{589D70BD-B7B9-450A-869D-9873EBA91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5720" y="320040"/>
            <a:ext cx="265176" cy="274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A"/>
          </a:solidFill>
        </p:spPr>
      </p:sp>
      <p:sp>
        <p:nvSpPr>
          <p:cNvPr id="23" name="Text 19">
            <a:extLst xmlns:a="http://schemas.openxmlformats.org/drawingml/2006/main">
              <a:ext uri="{FF2B5EF4-FFF2-40B4-BE49-F238E27FC236}">
                <a16:creationId xmlns:a16="http://schemas.microsoft.com/office/drawing/2014/main" id="{BE435574-9772-45E9-993D-910DD8C99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5720" y="320040"/>
            <a:ext cx="265176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>
                <a:solidFill>
                  <a:srgbClr val="1B2340"/>
                </a:solidFill>
              </a:rPr>
              <a:t>✕</a:t>
            </a:r>
          </a:p>
        </p:txBody>
      </p:sp>
      <p:sp>
        <p:nvSpPr>
          <p:cNvPr id="24" name="Text 20">
            <a:extLst xmlns:a="http://schemas.openxmlformats.org/drawingml/2006/main">
              <a:ext uri="{FF2B5EF4-FFF2-40B4-BE49-F238E27FC236}">
                <a16:creationId xmlns:a16="http://schemas.microsoft.com/office/drawing/2014/main" id="{3BA63D61-E5D6-4800-A45A-FE8F21A2F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286000"/>
            <a:ext cx="12191695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b="1">
                <a:solidFill>
                  <a:srgbClr val="7C5CE0"/>
                </a:solidFill>
                <a:latin typeface="Malgun Gothic"/>
                <a:ea typeface="Malgun Gothic"/>
                <a:cs typeface="Malgun Gothic"/>
              </a:rPr>
              <a:t>라이브 화면에서 볼 다섯 장면</a:t>
            </a:r>
          </a:p>
        </p:txBody>
      </p:sp>
      <p:sp>
        <p:nvSpPr>
          <p:cNvPr id="25" name="Text 21">
            <a:extLst xmlns:a="http://schemas.openxmlformats.org/drawingml/2006/main">
              <a:ext uri="{FF2B5EF4-FFF2-40B4-BE49-F238E27FC236}">
                <a16:creationId xmlns:a16="http://schemas.microsoft.com/office/drawing/2014/main" id="{1DE2D97F-B1C0-4FAB-BCF7-7FB397936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697480"/>
            <a:ext cx="11091672" cy="1005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08000"/>
              </a:lnSpc>
              <a:buNone/>
            </a:pPr>
            <a:r>
              <a:rPr sz="3800" b="1">
                <a:solidFill>
                  <a:srgbClr val="1B2340"/>
                </a:solidFill>
                <a:latin typeface="Malgun Gothic"/>
                <a:ea typeface="Malgun Gothic"/>
                <a:cs typeface="Malgun Gothic"/>
              </a:rPr>
              <a:t>담당군 선택 → 건강팀 68건 → 재계산</a:t>
            </a:r>
          </a:p>
          <a:p xmlns:a="http://schemas.openxmlformats.org/drawingml/2006/main">
            <a:pPr marL="0" indent="0" algn="ctr">
              <a:lnSpc>
                <a:spcPct val="108000"/>
              </a:lnSpc>
              <a:buNone/>
            </a:pPr>
            <a:r>
              <a:rPr sz="3800" b="1">
                <a:solidFill>
                  <a:srgbClr val="1B2340"/>
                </a:solidFill>
                <a:latin typeface="Malgun Gothic"/>
                <a:ea typeface="Malgun Gothic"/>
                <a:cs typeface="Malgun Gothic"/>
              </a:rPr>
              <a:t>→ R&amp;R 근거 → 보고서</a:t>
            </a:r>
          </a:p>
        </p:txBody>
      </p:sp>
      <p:sp>
        <p:nvSpPr>
          <p:cNvPr id="26" name="Shape 22">
            <a:extLst xmlns:a="http://schemas.openxmlformats.org/drawingml/2006/main">
              <a:ext uri="{FF2B5EF4-FFF2-40B4-BE49-F238E27FC236}">
                <a16:creationId xmlns:a16="http://schemas.microsoft.com/office/drawing/2014/main" id="{9BFD0D00-2008-4023-B4D0-5D497B462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3036" y="5230368"/>
            <a:ext cx="4530852" cy="6766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FBE6"/>
          </a:solidFill>
          <a:ln xmlns:a="http://schemas.openxmlformats.org/drawingml/2006/main" w="22225">
            <a:solidFill>
              <a:srgbClr val="111111"/>
            </a:solidFill>
            <a:prstDash val="solid"/>
          </a:ln>
          <a:effectLst xmlns:a="http://schemas.openxmlformats.org/drawingml/2006/main">
            <a:outerShdw blurRad="25400" dist="25400" dir="5400000" sx="100000" sy="100000" kx="0" ky="0" algn="bl" rotWithShape="0">
              <a:srgbClr val="444444">
                <a:alpha val="35000"/>
              </a:srgbClr>
            </a:outerShdw>
          </a:effectLst>
        </p:spPr>
      </p:sp>
      <p:sp>
        <p:nvSpPr>
          <p:cNvPr id="27" name="Text 23">
            <a:extLst xmlns:a="http://schemas.openxmlformats.org/drawingml/2006/main">
              <a:ext uri="{FF2B5EF4-FFF2-40B4-BE49-F238E27FC236}">
                <a16:creationId xmlns:a16="http://schemas.microsoft.com/office/drawing/2014/main" id="{8141230B-A26A-42EF-91BB-78596FD16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4476" y="5230368"/>
            <a:ext cx="4347972" cy="6766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50" b="1">
                <a:solidFill>
                  <a:srgbClr val="1A2340"/>
                </a:solidFill>
                <a:latin typeface="Malgun Gothic"/>
                <a:ea typeface="Malgun Gothic"/>
                <a:cs typeface="Malgun Gothic"/>
              </a:rPr>
              <a:t>다음 장의 실행 화면에서 실제 데모를 열어요</a:t>
            </a:r>
          </a:p>
        </p:txBody>
      </p:sp>
      <p:pic>
        <p:nvPicPr>
          <p:cNvPr id="57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6422284af2c4bb0"/>
          <a:stretch xmlns:a="http://schemas.openxmlformats.org/drawingml/2006/main"/>
        </p:blipFill>
        <p:spPr>
          <a:xfrm xmlns:a="http://schemas.openxmlformats.org/drawingml/2006/main">
            <a:off x="362346" y="4686300"/>
            <a:ext cx="1304132" cy="16192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1128248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0E807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F06ECD12-AB96-4D74-90E5-7E7C7D0B7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00800"/>
            <a:ext cx="1219169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6BE"/>
          </a:solidFill>
        </p:spPr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11CBE152-BBD3-4831-9117-8C8C03259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00800"/>
            <a:ext cx="12191695" cy="320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A"/>
          </a:solidFill>
        </p:spPr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7E2405E3-A020-4109-86F0-F23F6800F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16" y="6483096"/>
            <a:ext cx="1051560" cy="2926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6BE"/>
          </a:solidFill>
          <a:ln xmlns:a="http://schemas.openxmlformats.org/drawingml/2006/main" w="12700">
            <a:solidFill>
              <a:srgbClr val="6B6B66"/>
            </a:solidFill>
            <a:prstDash val="solid"/>
          </a:ln>
        </p:spPr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2E6DB040-E546-4440-B2ED-F328AD1DB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16" y="6483096"/>
            <a:ext cx="1051560" cy="274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A"/>
          </a:solidFill>
        </p:spPr>
      </p:sp>
      <p:pic>
        <p:nvPicPr>
          <p:cNvPr id="51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eea0e4ec047422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01168" y="6510528"/>
            <a:ext cx="237744" cy="237744"/>
          </a:xfrm>
          <a:prstGeom xmlns:a="http://schemas.openxmlformats.org/drawingml/2006/main" prst="rect">
            <a:avLst/>
          </a:prstGeom>
        </p:spPr>
      </p:pic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D209B8BF-A55C-4F98-8188-79DF911F1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3096"/>
            <a:ext cx="6858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1B2340"/>
                </a:solidFill>
                <a:latin typeface="Malgun Gothic"/>
                <a:ea typeface="Malgun Gothic"/>
                <a:cs typeface="Malgun Gothic"/>
              </a:rPr>
              <a:t>시작</a:t>
            </a:r>
          </a:p>
        </p:txBody>
      </p:sp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C023716E-94F6-4040-87AD-823548CB7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1360" y="6492240"/>
            <a:ext cx="1170432" cy="2743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6CE"/>
          </a:solidFill>
          <a:ln xmlns:a="http://schemas.openxmlformats.org/drawingml/2006/main" w="9525">
            <a:solidFill>
              <a:srgbClr val="6B6B66"/>
            </a:solidFill>
            <a:prstDash val="solid"/>
          </a:ln>
        </p:spPr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B96FD638-43D9-4DE4-B2DC-70BBCFC24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1360" y="6492240"/>
            <a:ext cx="1170432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>
                <a:solidFill>
                  <a:srgbClr val="1B2340"/>
                </a:solidFill>
                <a:latin typeface="Calibri"/>
                <a:ea typeface="Calibri"/>
                <a:cs typeface="Calibri"/>
              </a:rPr>
              <a:t>UKKKK.exe</a:t>
            </a:r>
          </a:p>
        </p:txBody>
      </p:sp>
      <p:sp>
        <p:nvSpPr>
          <p:cNvPr id="10" name="Shape 7">
            <a:extLst xmlns:a="http://schemas.openxmlformats.org/drawingml/2006/main">
              <a:ext uri="{FF2B5EF4-FFF2-40B4-BE49-F238E27FC236}">
                <a16:creationId xmlns:a16="http://schemas.microsoft.com/office/drawing/2014/main" id="{26347249-1800-42A0-8265-EF1DE2B83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896" y="219456"/>
            <a:ext cx="11567160" cy="59984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2225">
            <a:solidFill>
              <a:srgbClr val="1B2340"/>
            </a:solidFill>
            <a:prstDash val="solid"/>
          </a:ln>
          <a:effectLst xmlns:a="http://schemas.openxmlformats.org/drawingml/2006/main">
            <a:outerShdw blurRad="88900" dist="50800" dir="5400000" sx="100000" sy="100000" kx="0" ky="0" algn="bl" rotWithShape="0">
              <a:srgbClr val="05433D">
                <a:alpha val="40000"/>
              </a:srgbClr>
            </a:outerShdw>
          </a:effectLst>
        </p:spPr>
      </p:sp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78CA0EE0-E28C-4C3F-9B77-2BA1076C9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328" y="246888"/>
            <a:ext cx="11512296" cy="228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</p:sp>
      <p:sp>
        <p:nvSpPr>
          <p:cNvPr id="12" name="Shape 9">
            <a:extLst xmlns:a="http://schemas.openxmlformats.org/drawingml/2006/main">
              <a:ext uri="{FF2B5EF4-FFF2-40B4-BE49-F238E27FC236}">
                <a16:creationId xmlns:a16="http://schemas.microsoft.com/office/drawing/2014/main" id="{67E108A6-AAE8-4BE3-8DCC-06BE72D79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896" y="219456"/>
            <a:ext cx="1156716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4ABF"/>
          </a:solidFill>
        </p:spPr>
      </p:sp>
      <p:pic>
        <p:nvPicPr>
          <p:cNvPr id="58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eea0e4ec047422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38912" y="292608"/>
            <a:ext cx="310896" cy="310896"/>
          </a:xfrm>
          <a:prstGeom xmlns:a="http://schemas.openxmlformats.org/drawingml/2006/main" prst="rect">
            <a:avLst/>
          </a:prstGeom>
        </p:spPr>
      </p:pic>
      <p:sp>
        <p:nvSpPr>
          <p:cNvPr id="14" name="Text 10">
            <a:extLst xmlns:a="http://schemas.openxmlformats.org/drawingml/2006/main">
              <a:ext uri="{FF2B5EF4-FFF2-40B4-BE49-F238E27FC236}">
                <a16:creationId xmlns:a16="http://schemas.microsoft.com/office/drawing/2014/main" id="{5B05D8A7-485B-4AF2-A0AD-6A821B715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219456"/>
            <a:ext cx="932688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새싹이 오피스 길잡이   —   12 · 라이브 데모 실행</a:t>
            </a:r>
          </a:p>
        </p:txBody>
      </p:sp>
      <p:sp>
        <p:nvSpPr>
          <p:cNvPr id="15" name="Shape 11">
            <a:extLst xmlns:a="http://schemas.openxmlformats.org/drawingml/2006/main">
              <a:ext uri="{FF2B5EF4-FFF2-40B4-BE49-F238E27FC236}">
                <a16:creationId xmlns:a16="http://schemas.microsoft.com/office/drawing/2014/main" id="{7B822EBF-A04F-4394-9E1C-95073A4F1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3928" y="320040"/>
            <a:ext cx="265176" cy="2560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6BE"/>
          </a:solidFill>
          <a:ln xmlns:a="http://schemas.openxmlformats.org/drawingml/2006/main" w="9525">
            <a:solidFill>
              <a:srgbClr val="6B6B66"/>
            </a:solidFill>
            <a:prstDash val="solid"/>
          </a:ln>
        </p:spPr>
      </p:sp>
      <p:sp>
        <p:nvSpPr>
          <p:cNvPr id="16" name="Shape 12">
            <a:extLst xmlns:a="http://schemas.openxmlformats.org/drawingml/2006/main">
              <a:ext uri="{FF2B5EF4-FFF2-40B4-BE49-F238E27FC236}">
                <a16:creationId xmlns:a16="http://schemas.microsoft.com/office/drawing/2014/main" id="{E4586BFA-AD56-4CAC-940D-64CD3B143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3928" y="320040"/>
            <a:ext cx="265176" cy="274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A"/>
          </a:solidFill>
        </p:spPr>
      </p:sp>
      <p:sp>
        <p:nvSpPr>
          <p:cNvPr id="17" name="Text 13">
            <a:extLst xmlns:a="http://schemas.openxmlformats.org/drawingml/2006/main">
              <a:ext uri="{FF2B5EF4-FFF2-40B4-BE49-F238E27FC236}">
                <a16:creationId xmlns:a16="http://schemas.microsoft.com/office/drawing/2014/main" id="{C9AFDF8C-9BE9-403D-BAB3-243A2FC29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3928" y="320040"/>
            <a:ext cx="265176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>
                <a:solidFill>
                  <a:srgbClr val="1B2340"/>
                </a:solidFill>
              </a:rPr>
              <a:t>_</a:t>
            </a:r>
          </a:p>
        </p:txBody>
      </p:sp>
      <p:sp>
        <p:nvSpPr>
          <p:cNvPr id="18" name="Shape 14">
            <a:extLst xmlns:a="http://schemas.openxmlformats.org/drawingml/2006/main">
              <a:ext uri="{FF2B5EF4-FFF2-40B4-BE49-F238E27FC236}">
                <a16:creationId xmlns:a16="http://schemas.microsoft.com/office/drawing/2014/main" id="{781CD298-0988-4BE5-817F-6C2A19B8E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4824" y="320040"/>
            <a:ext cx="265176" cy="2560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6BE"/>
          </a:solidFill>
          <a:ln xmlns:a="http://schemas.openxmlformats.org/drawingml/2006/main" w="9525">
            <a:solidFill>
              <a:srgbClr val="6B6B66"/>
            </a:solidFill>
            <a:prstDash val="solid"/>
          </a:ln>
        </p:spPr>
      </p:sp>
      <p:sp>
        <p:nvSpPr>
          <p:cNvPr id="19" name="Shape 15">
            <a:extLst xmlns:a="http://schemas.openxmlformats.org/drawingml/2006/main">
              <a:ext uri="{FF2B5EF4-FFF2-40B4-BE49-F238E27FC236}">
                <a16:creationId xmlns:a16="http://schemas.microsoft.com/office/drawing/2014/main" id="{1E822D95-1971-4458-B78F-67AEEC664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4824" y="320040"/>
            <a:ext cx="265176" cy="274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A"/>
          </a:solidFill>
        </p:spPr>
      </p:sp>
      <p:sp>
        <p:nvSpPr>
          <p:cNvPr id="20" name="Text 16">
            <a:extLst xmlns:a="http://schemas.openxmlformats.org/drawingml/2006/main">
              <a:ext uri="{FF2B5EF4-FFF2-40B4-BE49-F238E27FC236}">
                <a16:creationId xmlns:a16="http://schemas.microsoft.com/office/drawing/2014/main" id="{DC32D499-24E4-4F72-8298-0ED29E86B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4824" y="320040"/>
            <a:ext cx="265176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>
                <a:solidFill>
                  <a:srgbClr val="1B2340"/>
                </a:solidFill>
              </a:rPr>
              <a:t>❑</a:t>
            </a:r>
          </a:p>
        </p:txBody>
      </p:sp>
      <p:sp>
        <p:nvSpPr>
          <p:cNvPr id="21" name="Shape 17">
            <a:extLst xmlns:a="http://schemas.openxmlformats.org/drawingml/2006/main">
              <a:ext uri="{FF2B5EF4-FFF2-40B4-BE49-F238E27FC236}">
                <a16:creationId xmlns:a16="http://schemas.microsoft.com/office/drawing/2014/main" id="{33211111-4B11-4AE3-972E-034D4A17E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5720" y="320040"/>
            <a:ext cx="265176" cy="2560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6BE"/>
          </a:solidFill>
          <a:ln xmlns:a="http://schemas.openxmlformats.org/drawingml/2006/main" w="9525">
            <a:solidFill>
              <a:srgbClr val="6B6B66"/>
            </a:solidFill>
            <a:prstDash val="solid"/>
          </a:ln>
        </p:spPr>
      </p:sp>
      <p:sp>
        <p:nvSpPr>
          <p:cNvPr id="22" name="Shape 18">
            <a:extLst xmlns:a="http://schemas.openxmlformats.org/drawingml/2006/main">
              <a:ext uri="{FF2B5EF4-FFF2-40B4-BE49-F238E27FC236}">
                <a16:creationId xmlns:a16="http://schemas.microsoft.com/office/drawing/2014/main" id="{811E73DA-0819-4FC6-A580-8638FB363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5720" y="320040"/>
            <a:ext cx="265176" cy="274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A"/>
          </a:solidFill>
        </p:spPr>
      </p:sp>
      <p:sp>
        <p:nvSpPr>
          <p:cNvPr id="23" name="Text 19">
            <a:extLst xmlns:a="http://schemas.openxmlformats.org/drawingml/2006/main">
              <a:ext uri="{FF2B5EF4-FFF2-40B4-BE49-F238E27FC236}">
                <a16:creationId xmlns:a16="http://schemas.microsoft.com/office/drawing/2014/main" id="{C4999D27-9CA1-47A8-A3CF-2A6B573A4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5720" y="320040"/>
            <a:ext cx="265176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>
                <a:solidFill>
                  <a:srgbClr val="1B2340"/>
                </a:solidFill>
              </a:rPr>
              <a:t>✕</a:t>
            </a:r>
          </a:p>
        </p:txBody>
      </p:sp>
      <p:sp>
        <p:nvSpPr>
          <p:cNvPr id="24" name="Text 20">
            <a:extLst xmlns:a="http://schemas.openxmlformats.org/drawingml/2006/main">
              <a:ext uri="{FF2B5EF4-FFF2-40B4-BE49-F238E27FC236}">
                <a16:creationId xmlns:a16="http://schemas.microsoft.com/office/drawing/2014/main" id="{A7641F6A-FFD6-442F-870E-707765B64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828800"/>
            <a:ext cx="12191695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b="1">
                <a:solidFill>
                  <a:srgbClr val="7C5CE0"/>
                </a:solidFill>
                <a:latin typeface="Malgun Gothic"/>
                <a:ea typeface="Malgun Gothic"/>
                <a:cs typeface="Malgun Gothic"/>
              </a:rPr>
              <a:t>실제 배포 페이지로 이동</a:t>
            </a:r>
          </a:p>
        </p:txBody>
      </p:sp>
      <p:sp>
        <p:nvSpPr>
          <p:cNvPr id="25" name="Shape 21">
            <a:extLst xmlns:a="http://schemas.openxmlformats.org/drawingml/2006/main">
              <a:ext uri="{FF2B5EF4-FFF2-40B4-BE49-F238E27FC236}">
                <a16:creationId xmlns:a16="http://schemas.microsoft.com/office/drawing/2014/main" id="{9E5130D6-378C-4A87-8F5E-88D56B9A1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188" y="2743200"/>
            <a:ext cx="2194560" cy="137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C"/>
          </a:solidFill>
          <a:ln xmlns:a="http://schemas.openxmlformats.org/drawingml/2006/main" w="12700">
            <a:solidFill>
              <a:srgbClr val="D4DAF0"/>
            </a:solidFill>
            <a:prstDash val="solid"/>
          </a:ln>
        </p:spPr>
      </p:sp>
      <p:sp>
        <p:nvSpPr>
          <p:cNvPr id="26" name="Text 22">
            <a:extLst xmlns:a="http://schemas.openxmlformats.org/drawingml/2006/main">
              <a:ext uri="{FF2B5EF4-FFF2-40B4-BE49-F238E27FC236}">
                <a16:creationId xmlns:a16="http://schemas.microsoft.com/office/drawing/2014/main" id="{A8669F19-2AC1-46BF-A506-9354D33D7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188" y="2926080"/>
            <a:ext cx="219456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400" b="1">
                <a:solidFill>
                  <a:srgbClr val="3558D6"/>
                </a:solidFill>
                <a:latin typeface="Calibri"/>
                <a:ea typeface="Calibri"/>
                <a:cs typeface="Calibri"/>
              </a:rPr>
              <a:t>1</a:t>
            </a:r>
          </a:p>
        </p:txBody>
      </p:sp>
      <p:sp>
        <p:nvSpPr>
          <p:cNvPr id="27" name="Text 23">
            <a:extLst xmlns:a="http://schemas.openxmlformats.org/drawingml/2006/main">
              <a:ext uri="{FF2B5EF4-FFF2-40B4-BE49-F238E27FC236}">
                <a16:creationId xmlns:a16="http://schemas.microsoft.com/office/drawing/2014/main" id="{4912C5E9-BC62-4ECB-949D-4D6150669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188" y="3493008"/>
            <a:ext cx="219456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500" b="1">
                <a:solidFill>
                  <a:srgbClr val="1B2340"/>
                </a:solidFill>
                <a:latin typeface="Malgun Gothic"/>
                <a:ea typeface="Malgun Gothic"/>
                <a:cs typeface="Malgun Gothic"/>
              </a:rPr>
              <a:t>담당군 선택</a:t>
            </a:r>
          </a:p>
        </p:txBody>
      </p:sp>
      <p:sp>
        <p:nvSpPr>
          <p:cNvPr id="28" name="Text 24">
            <a:extLst xmlns:a="http://schemas.openxmlformats.org/drawingml/2006/main">
              <a:ext uri="{FF2B5EF4-FFF2-40B4-BE49-F238E27FC236}">
                <a16:creationId xmlns:a16="http://schemas.microsoft.com/office/drawing/2014/main" id="{CF97DEEE-B82C-4E21-BF3D-71547D708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748" y="2743200"/>
            <a:ext cx="594360" cy="1371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200" b="1">
                <a:solidFill>
                  <a:srgbClr val="C77D00"/>
                </a:solidFill>
              </a:rPr>
              <a:t>➜</a:t>
            </a:r>
          </a:p>
        </p:txBody>
      </p:sp>
      <p:sp>
        <p:nvSpPr>
          <p:cNvPr id="29" name="Shape 25">
            <a:extLst xmlns:a="http://schemas.openxmlformats.org/drawingml/2006/main">
              <a:ext uri="{FF2B5EF4-FFF2-40B4-BE49-F238E27FC236}">
                <a16:creationId xmlns:a16="http://schemas.microsoft.com/office/drawing/2014/main" id="{6BA70C37-12ED-42E4-87A2-7E407E54C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4108" y="2743200"/>
            <a:ext cx="2194560" cy="137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C"/>
          </a:solidFill>
          <a:ln xmlns:a="http://schemas.openxmlformats.org/drawingml/2006/main" w="12700">
            <a:solidFill>
              <a:srgbClr val="D4DAF0"/>
            </a:solidFill>
            <a:prstDash val="solid"/>
          </a:ln>
        </p:spPr>
      </p:sp>
      <p:sp>
        <p:nvSpPr>
          <p:cNvPr id="30" name="Text 26">
            <a:extLst xmlns:a="http://schemas.openxmlformats.org/drawingml/2006/main">
              <a:ext uri="{FF2B5EF4-FFF2-40B4-BE49-F238E27FC236}">
                <a16:creationId xmlns:a16="http://schemas.microsoft.com/office/drawing/2014/main" id="{40CFF4F3-C8AE-43CC-8BBD-D7CA58AC8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4108" y="2926080"/>
            <a:ext cx="219456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400" b="1">
                <a:solidFill>
                  <a:srgbClr val="3558D6"/>
                </a:solidFill>
                <a:latin typeface="Calibri"/>
                <a:ea typeface="Calibri"/>
                <a:cs typeface="Calibri"/>
              </a:rPr>
              <a:t>2</a:t>
            </a:r>
          </a:p>
        </p:txBody>
      </p:sp>
      <p:sp>
        <p:nvSpPr>
          <p:cNvPr id="31" name="Text 27">
            <a:extLst xmlns:a="http://schemas.openxmlformats.org/drawingml/2006/main">
              <a:ext uri="{FF2B5EF4-FFF2-40B4-BE49-F238E27FC236}">
                <a16:creationId xmlns:a16="http://schemas.microsoft.com/office/drawing/2014/main" id="{DA188AFD-4A76-4220-9EE4-B130227E9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4108" y="3493008"/>
            <a:ext cx="219456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500" b="1">
                <a:solidFill>
                  <a:srgbClr val="1B2340"/>
                </a:solidFill>
                <a:latin typeface="Malgun Gothic"/>
                <a:ea typeface="Malgun Gothic"/>
                <a:cs typeface="Malgun Gothic"/>
              </a:rPr>
              <a:t>건강팀 68건</a:t>
            </a:r>
          </a:p>
        </p:txBody>
      </p:sp>
      <p:sp>
        <p:nvSpPr>
          <p:cNvPr id="32" name="Text 28">
            <a:extLst xmlns:a="http://schemas.openxmlformats.org/drawingml/2006/main">
              <a:ext uri="{FF2B5EF4-FFF2-40B4-BE49-F238E27FC236}">
                <a16:creationId xmlns:a16="http://schemas.microsoft.com/office/drawing/2014/main" id="{028D1208-5BB3-4FA2-BC95-AD583AD58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8668" y="2743200"/>
            <a:ext cx="594360" cy="1371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200" b="1">
                <a:solidFill>
                  <a:srgbClr val="C77D00"/>
                </a:solidFill>
              </a:rPr>
              <a:t>➜</a:t>
            </a:r>
          </a:p>
        </p:txBody>
      </p:sp>
      <p:sp>
        <p:nvSpPr>
          <p:cNvPr id="33" name="Shape 29">
            <a:extLst xmlns:a="http://schemas.openxmlformats.org/drawingml/2006/main">
              <a:ext uri="{FF2B5EF4-FFF2-40B4-BE49-F238E27FC236}">
                <a16:creationId xmlns:a16="http://schemas.microsoft.com/office/drawing/2014/main" id="{2388ADD3-D25D-41B6-A945-A5E816C06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3028" y="2743200"/>
            <a:ext cx="2194560" cy="137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C"/>
          </a:solidFill>
          <a:ln xmlns:a="http://schemas.openxmlformats.org/drawingml/2006/main" w="12700">
            <a:solidFill>
              <a:srgbClr val="D4DAF0"/>
            </a:solidFill>
            <a:prstDash val="solid"/>
          </a:ln>
        </p:spPr>
      </p:sp>
      <p:sp>
        <p:nvSpPr>
          <p:cNvPr id="34" name="Text 30">
            <a:extLst xmlns:a="http://schemas.openxmlformats.org/drawingml/2006/main">
              <a:ext uri="{FF2B5EF4-FFF2-40B4-BE49-F238E27FC236}">
                <a16:creationId xmlns:a16="http://schemas.microsoft.com/office/drawing/2014/main" id="{1EAA4E86-66C1-4BB0-92BE-033236808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3028" y="2926080"/>
            <a:ext cx="219456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400" b="1">
                <a:solidFill>
                  <a:srgbClr val="3558D6"/>
                </a:solidFill>
                <a:latin typeface="Calibri"/>
                <a:ea typeface="Calibri"/>
                <a:cs typeface="Calibri"/>
              </a:rPr>
              <a:t>3</a:t>
            </a:r>
          </a:p>
        </p:txBody>
      </p:sp>
      <p:sp>
        <p:nvSpPr>
          <p:cNvPr id="35" name="Text 31">
            <a:extLst xmlns:a="http://schemas.openxmlformats.org/drawingml/2006/main">
              <a:ext uri="{FF2B5EF4-FFF2-40B4-BE49-F238E27FC236}">
                <a16:creationId xmlns:a16="http://schemas.microsoft.com/office/drawing/2014/main" id="{6C1AC0FB-F81B-4924-83B6-010BB8AA1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3028" y="3493008"/>
            <a:ext cx="219456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500" b="1">
                <a:solidFill>
                  <a:srgbClr val="1B2340"/>
                </a:solidFill>
                <a:latin typeface="Malgun Gothic"/>
                <a:ea typeface="Malgun Gothic"/>
                <a:cs typeface="Malgun Gothic"/>
              </a:rPr>
              <a:t>Gap·R&amp;R</a:t>
            </a:r>
          </a:p>
        </p:txBody>
      </p:sp>
      <p:sp>
        <p:nvSpPr>
          <p:cNvPr id="36" name="Text 32">
            <a:extLst xmlns:a="http://schemas.openxmlformats.org/drawingml/2006/main">
              <a:ext uri="{FF2B5EF4-FFF2-40B4-BE49-F238E27FC236}">
                <a16:creationId xmlns:a16="http://schemas.microsoft.com/office/drawing/2014/main" id="{822EAAEC-BC76-4B41-B33E-28426F20F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7588" y="2743200"/>
            <a:ext cx="594360" cy="1371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200" b="1">
                <a:solidFill>
                  <a:srgbClr val="C77D00"/>
                </a:solidFill>
              </a:rPr>
              <a:t>➜</a:t>
            </a:r>
          </a:p>
        </p:txBody>
      </p:sp>
      <p:sp>
        <p:nvSpPr>
          <p:cNvPr id="37" name="Shape 33">
            <a:extLst xmlns:a="http://schemas.openxmlformats.org/drawingml/2006/main">
              <a:ext uri="{FF2B5EF4-FFF2-40B4-BE49-F238E27FC236}">
                <a16:creationId xmlns:a16="http://schemas.microsoft.com/office/drawing/2014/main" id="{9B64CD6F-2F23-4534-B851-84ECA2B0A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1948" y="2743200"/>
            <a:ext cx="2194560" cy="137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C"/>
          </a:solidFill>
          <a:ln xmlns:a="http://schemas.openxmlformats.org/drawingml/2006/main" w="12700">
            <a:solidFill>
              <a:srgbClr val="D4DAF0"/>
            </a:solidFill>
            <a:prstDash val="solid"/>
          </a:ln>
        </p:spPr>
      </p:sp>
      <p:sp>
        <p:nvSpPr>
          <p:cNvPr id="38" name="Text 34">
            <a:extLst xmlns:a="http://schemas.openxmlformats.org/drawingml/2006/main">
              <a:ext uri="{FF2B5EF4-FFF2-40B4-BE49-F238E27FC236}">
                <a16:creationId xmlns:a16="http://schemas.microsoft.com/office/drawing/2014/main" id="{E6B5922A-EFED-4633-A413-5BCCFCEC6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1948" y="2926080"/>
            <a:ext cx="219456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400" b="1">
                <a:solidFill>
                  <a:srgbClr val="3558D6"/>
                </a:solidFill>
                <a:latin typeface="Calibri"/>
                <a:ea typeface="Calibri"/>
                <a:cs typeface="Calibri"/>
              </a:rPr>
              <a:t>4</a:t>
            </a:r>
          </a:p>
        </p:txBody>
      </p:sp>
      <p:sp>
        <p:nvSpPr>
          <p:cNvPr id="39" name="Text 35">
            <a:extLst xmlns:a="http://schemas.openxmlformats.org/drawingml/2006/main">
              <a:ext uri="{FF2B5EF4-FFF2-40B4-BE49-F238E27FC236}">
                <a16:creationId xmlns:a16="http://schemas.microsoft.com/office/drawing/2014/main" id="{D4A8AFD9-6C79-4C72-9BE8-A8B026540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1948" y="3493008"/>
            <a:ext cx="219456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500" b="1">
                <a:solidFill>
                  <a:srgbClr val="1B2340"/>
                </a:solidFill>
                <a:latin typeface="Malgun Gothic"/>
                <a:ea typeface="Malgun Gothic"/>
                <a:cs typeface="Malgun Gothic"/>
              </a:rPr>
              <a:t>보고서·CSV</a:t>
            </a:r>
          </a:p>
        </p:txBody>
      </p:sp>
      <p:pic>
        <p:nvPicPr>
          <p:cNvPr id="85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18f7978320e4d3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864523" y="2929116"/>
            <a:ext cx="934787" cy="1143000"/>
          </a:xfrm>
          <a:prstGeom xmlns:a="http://schemas.openxmlformats.org/drawingml/2006/main" prst="rect">
            <a:avLst/>
          </a:prstGeom>
        </p:spPr>
      </p:pic>
      <p:sp>
        <p:nvSpPr>
          <p:cNvPr id="41" name="Shape 36">
            <a:extLst xmlns:a="http://schemas.openxmlformats.org/drawingml/2006/main">
              <a:ext uri="{FF2B5EF4-FFF2-40B4-BE49-F238E27FC236}">
                <a16:creationId xmlns:a16="http://schemas.microsoft.com/office/drawing/2014/main" id="{A47B8172-3078-4FB2-B82E-10B6E24FD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1364" y="5230368"/>
            <a:ext cx="4192524" cy="6766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FBE6"/>
          </a:solidFill>
          <a:ln xmlns:a="http://schemas.openxmlformats.org/drawingml/2006/main" w="22225">
            <a:solidFill>
              <a:srgbClr val="111111"/>
            </a:solidFill>
            <a:prstDash val="solid"/>
          </a:ln>
          <a:effectLst xmlns:a="http://schemas.openxmlformats.org/drawingml/2006/main">
            <a:outerShdw blurRad="25400" dist="25400" dir="5400000" sx="100000" sy="100000" kx="0" ky="0" algn="bl" rotWithShape="0">
              <a:srgbClr val="444444">
                <a:alpha val="35000"/>
              </a:srgbClr>
            </a:outerShdw>
          </a:effectLst>
        </p:spPr>
      </p:sp>
      <p:sp>
        <p:nvSpPr>
          <p:cNvPr id="42" name="Text 37">
            <a:hlinkClick xmlns:r="http://schemas.openxmlformats.org/officeDocument/2006/relationships" xmlns:a="http://schemas.openxmlformats.org/drawingml/2006/main" r:id="R5c0075a9116c4067"/>
            <a:extLst xmlns:a="http://schemas.openxmlformats.org/drawingml/2006/main">
              <a:ext uri="{FF2B5EF4-FFF2-40B4-BE49-F238E27FC236}">
                <a16:creationId xmlns:a16="http://schemas.microsoft.com/office/drawing/2014/main" id="{A264E091-E010-4775-BE5D-6FD46DAC0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2804" y="5230368"/>
            <a:ext cx="4009644" cy="6766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50" b="1">
                <a:solidFill>
                  <a:srgbClr val="1A2340"/>
                </a:solidFill>
                <a:latin typeface="Malgun Gothic"/>
                <a:ea typeface="Malgun Gothic"/>
                <a:cs typeface="Malgun Gothic"/>
              </a:rPr>
              <a:t>https://ukkkk-two.vercel.app</a:t>
            </a:r>
          </a:p>
        </p:txBody>
      </p:sp>
      <p:pic>
        <p:nvPicPr>
          <p:cNvPr id="88" name="Imag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eea0e4ec0474226"/>
          <a:stretch xmlns:a="http://schemas.openxmlformats.org/drawingml/2006/main"/>
        </p:blipFill>
        <p:spPr>
          <a:xfrm xmlns:a="http://schemas.openxmlformats.org/drawingml/2006/main">
            <a:off x="228600" y="4820102"/>
            <a:ext cx="1619250" cy="1313547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2644305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0E807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0824A226-81DA-4B8B-A57B-51EDDC080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00800"/>
            <a:ext cx="1219169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6BE"/>
          </a:solidFill>
        </p:spPr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230521AB-35F6-4E12-8A90-B438B9094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00800"/>
            <a:ext cx="12191695" cy="320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A"/>
          </a:solidFill>
        </p:spPr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4BB8732A-8C57-494E-8C21-7F145B736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16" y="6483096"/>
            <a:ext cx="1051560" cy="2926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6BE"/>
          </a:solidFill>
          <a:ln xmlns:a="http://schemas.openxmlformats.org/drawingml/2006/main" w="12700">
            <a:solidFill>
              <a:srgbClr val="6B6B66"/>
            </a:solidFill>
            <a:prstDash val="solid"/>
          </a:ln>
        </p:spPr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07AF0182-4139-4003-AF33-8A739FE75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16" y="6483096"/>
            <a:ext cx="1051560" cy="274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A"/>
          </a:solidFill>
        </p:spPr>
      </p:sp>
      <p:pic>
        <p:nvPicPr>
          <p:cNvPr id="41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d305fa39a79480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01168" y="6510528"/>
            <a:ext cx="237744" cy="237744"/>
          </a:xfrm>
          <a:prstGeom xmlns:a="http://schemas.openxmlformats.org/drawingml/2006/main" prst="rect">
            <a:avLst/>
          </a:prstGeom>
        </p:spPr>
      </p:pic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AEBC46CB-C98E-423E-BD61-10B9F46BB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3096"/>
            <a:ext cx="6858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1B2340"/>
                </a:solidFill>
                <a:latin typeface="Malgun Gothic"/>
                <a:ea typeface="Malgun Gothic"/>
                <a:cs typeface="Malgun Gothic"/>
              </a:rPr>
              <a:t>시작</a:t>
            </a:r>
          </a:p>
        </p:txBody>
      </p:sp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8911FC47-7304-4D83-89A9-887D633A8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1360" y="6492240"/>
            <a:ext cx="1170432" cy="2743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6CE"/>
          </a:solidFill>
          <a:ln xmlns:a="http://schemas.openxmlformats.org/drawingml/2006/main" w="9525">
            <a:solidFill>
              <a:srgbClr val="6B6B66"/>
            </a:solidFill>
            <a:prstDash val="solid"/>
          </a:ln>
        </p:spPr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A65865C0-054B-4AD3-8FB6-8B840962A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1360" y="6492240"/>
            <a:ext cx="1170432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>
                <a:solidFill>
                  <a:srgbClr val="1B2340"/>
                </a:solidFill>
                <a:latin typeface="Calibri"/>
                <a:ea typeface="Calibri"/>
                <a:cs typeface="Calibri"/>
              </a:rPr>
              <a:t>UKKKK.exe</a:t>
            </a:r>
          </a:p>
        </p:txBody>
      </p:sp>
      <p:sp>
        <p:nvSpPr>
          <p:cNvPr id="10" name="Shape 7">
            <a:extLst xmlns:a="http://schemas.openxmlformats.org/drawingml/2006/main">
              <a:ext uri="{FF2B5EF4-FFF2-40B4-BE49-F238E27FC236}">
                <a16:creationId xmlns:a16="http://schemas.microsoft.com/office/drawing/2014/main" id="{6319D760-DFE4-4E75-AB7C-F13733656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896" y="219456"/>
            <a:ext cx="11567160" cy="59984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2225">
            <a:solidFill>
              <a:srgbClr val="1B2340"/>
            </a:solidFill>
            <a:prstDash val="solid"/>
          </a:ln>
          <a:effectLst xmlns:a="http://schemas.openxmlformats.org/drawingml/2006/main">
            <a:outerShdw blurRad="88900" dist="50800" dir="5400000" sx="100000" sy="100000" kx="0" ky="0" algn="bl" rotWithShape="0">
              <a:srgbClr val="05433D">
                <a:alpha val="40000"/>
              </a:srgbClr>
            </a:outerShdw>
          </a:effectLst>
        </p:spPr>
      </p:sp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F786B291-C783-4BE2-8545-F9B277C29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328" y="246888"/>
            <a:ext cx="11512296" cy="228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</p:sp>
      <p:sp>
        <p:nvSpPr>
          <p:cNvPr id="12" name="Shape 9">
            <a:extLst xmlns:a="http://schemas.openxmlformats.org/drawingml/2006/main">
              <a:ext uri="{FF2B5EF4-FFF2-40B4-BE49-F238E27FC236}">
                <a16:creationId xmlns:a16="http://schemas.microsoft.com/office/drawing/2014/main" id="{D958BE32-FF96-482B-B174-7078A425E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896" y="219456"/>
            <a:ext cx="1156716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4ABF"/>
          </a:solidFill>
        </p:spPr>
      </p:sp>
      <p:pic>
        <p:nvPicPr>
          <p:cNvPr id="48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d305fa39a79480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38912" y="292608"/>
            <a:ext cx="310896" cy="310896"/>
          </a:xfrm>
          <a:prstGeom xmlns:a="http://schemas.openxmlformats.org/drawingml/2006/main" prst="rect">
            <a:avLst/>
          </a:prstGeom>
        </p:spPr>
      </p:pic>
      <p:sp>
        <p:nvSpPr>
          <p:cNvPr id="14" name="Text 10">
            <a:extLst xmlns:a="http://schemas.openxmlformats.org/drawingml/2006/main">
              <a:ext uri="{FF2B5EF4-FFF2-40B4-BE49-F238E27FC236}">
                <a16:creationId xmlns:a16="http://schemas.microsoft.com/office/drawing/2014/main" id="{85BF17D2-C0DF-40A9-AF0D-440FF30CF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219456"/>
            <a:ext cx="932688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새싹이 오피스 길잡이   —   12 · 검증 상태</a:t>
            </a:r>
          </a:p>
        </p:txBody>
      </p:sp>
      <p:sp>
        <p:nvSpPr>
          <p:cNvPr id="15" name="Shape 11">
            <a:extLst xmlns:a="http://schemas.openxmlformats.org/drawingml/2006/main">
              <a:ext uri="{FF2B5EF4-FFF2-40B4-BE49-F238E27FC236}">
                <a16:creationId xmlns:a16="http://schemas.microsoft.com/office/drawing/2014/main" id="{BA27E8ED-FF96-4171-B8FA-8AB2D43AA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3928" y="320040"/>
            <a:ext cx="265176" cy="2560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6BE"/>
          </a:solidFill>
          <a:ln xmlns:a="http://schemas.openxmlformats.org/drawingml/2006/main" w="9525">
            <a:solidFill>
              <a:srgbClr val="6B6B66"/>
            </a:solidFill>
            <a:prstDash val="solid"/>
          </a:ln>
        </p:spPr>
      </p:sp>
      <p:sp>
        <p:nvSpPr>
          <p:cNvPr id="16" name="Shape 12">
            <a:extLst xmlns:a="http://schemas.openxmlformats.org/drawingml/2006/main">
              <a:ext uri="{FF2B5EF4-FFF2-40B4-BE49-F238E27FC236}">
                <a16:creationId xmlns:a16="http://schemas.microsoft.com/office/drawing/2014/main" id="{17D42B7E-1FBE-4421-A60A-B3DBC3E2C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3928" y="320040"/>
            <a:ext cx="265176" cy="274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A"/>
          </a:solidFill>
        </p:spPr>
      </p:sp>
      <p:sp>
        <p:nvSpPr>
          <p:cNvPr id="17" name="Text 13">
            <a:extLst xmlns:a="http://schemas.openxmlformats.org/drawingml/2006/main">
              <a:ext uri="{FF2B5EF4-FFF2-40B4-BE49-F238E27FC236}">
                <a16:creationId xmlns:a16="http://schemas.microsoft.com/office/drawing/2014/main" id="{6ED95D05-EB64-46FA-A35A-10126ED6B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3928" y="320040"/>
            <a:ext cx="265176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>
                <a:solidFill>
                  <a:srgbClr val="1B2340"/>
                </a:solidFill>
              </a:rPr>
              <a:t>_</a:t>
            </a:r>
          </a:p>
        </p:txBody>
      </p:sp>
      <p:sp>
        <p:nvSpPr>
          <p:cNvPr id="18" name="Shape 14">
            <a:extLst xmlns:a="http://schemas.openxmlformats.org/drawingml/2006/main">
              <a:ext uri="{FF2B5EF4-FFF2-40B4-BE49-F238E27FC236}">
                <a16:creationId xmlns:a16="http://schemas.microsoft.com/office/drawing/2014/main" id="{0632C329-2F10-44A4-B5AD-91E3F6012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4824" y="320040"/>
            <a:ext cx="265176" cy="2560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6BE"/>
          </a:solidFill>
          <a:ln xmlns:a="http://schemas.openxmlformats.org/drawingml/2006/main" w="9525">
            <a:solidFill>
              <a:srgbClr val="6B6B66"/>
            </a:solidFill>
            <a:prstDash val="solid"/>
          </a:ln>
        </p:spPr>
      </p:sp>
      <p:sp>
        <p:nvSpPr>
          <p:cNvPr id="19" name="Shape 15">
            <a:extLst xmlns:a="http://schemas.openxmlformats.org/drawingml/2006/main">
              <a:ext uri="{FF2B5EF4-FFF2-40B4-BE49-F238E27FC236}">
                <a16:creationId xmlns:a16="http://schemas.microsoft.com/office/drawing/2014/main" id="{ADEEEF6D-1716-4662-BC99-FDCC34758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4824" y="320040"/>
            <a:ext cx="265176" cy="274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A"/>
          </a:solidFill>
        </p:spPr>
      </p:sp>
      <p:sp>
        <p:nvSpPr>
          <p:cNvPr id="20" name="Text 16">
            <a:extLst xmlns:a="http://schemas.openxmlformats.org/drawingml/2006/main">
              <a:ext uri="{FF2B5EF4-FFF2-40B4-BE49-F238E27FC236}">
                <a16:creationId xmlns:a16="http://schemas.microsoft.com/office/drawing/2014/main" id="{81E6B0EB-8C1A-44E9-915C-97B810C42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4824" y="320040"/>
            <a:ext cx="265176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>
                <a:solidFill>
                  <a:srgbClr val="1B2340"/>
                </a:solidFill>
              </a:rPr>
              <a:t>❑</a:t>
            </a:r>
          </a:p>
        </p:txBody>
      </p:sp>
      <p:sp>
        <p:nvSpPr>
          <p:cNvPr id="21" name="Shape 17">
            <a:extLst xmlns:a="http://schemas.openxmlformats.org/drawingml/2006/main">
              <a:ext uri="{FF2B5EF4-FFF2-40B4-BE49-F238E27FC236}">
                <a16:creationId xmlns:a16="http://schemas.microsoft.com/office/drawing/2014/main" id="{AA7EF3ED-0CFA-446B-B9FC-BF1AAE304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5720" y="320040"/>
            <a:ext cx="265176" cy="2560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6BE"/>
          </a:solidFill>
          <a:ln xmlns:a="http://schemas.openxmlformats.org/drawingml/2006/main" w="9525">
            <a:solidFill>
              <a:srgbClr val="6B6B66"/>
            </a:solidFill>
            <a:prstDash val="solid"/>
          </a:ln>
        </p:spPr>
      </p:sp>
      <p:sp>
        <p:nvSpPr>
          <p:cNvPr id="22" name="Shape 18">
            <a:extLst xmlns:a="http://schemas.openxmlformats.org/drawingml/2006/main">
              <a:ext uri="{FF2B5EF4-FFF2-40B4-BE49-F238E27FC236}">
                <a16:creationId xmlns:a16="http://schemas.microsoft.com/office/drawing/2014/main" id="{685DC3FE-FFAA-4FBF-A2CD-3519DED7E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5720" y="320040"/>
            <a:ext cx="265176" cy="274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A"/>
          </a:solidFill>
        </p:spPr>
      </p:sp>
      <p:sp>
        <p:nvSpPr>
          <p:cNvPr id="23" name="Text 19">
            <a:extLst xmlns:a="http://schemas.openxmlformats.org/drawingml/2006/main">
              <a:ext uri="{FF2B5EF4-FFF2-40B4-BE49-F238E27FC236}">
                <a16:creationId xmlns:a16="http://schemas.microsoft.com/office/drawing/2014/main" id="{D2C509BE-45C6-447D-AA73-CED434BA1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5720" y="320040"/>
            <a:ext cx="265176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>
                <a:solidFill>
                  <a:srgbClr val="1B2340"/>
                </a:solidFill>
              </a:rPr>
              <a:t>✕</a:t>
            </a:r>
          </a:p>
        </p:txBody>
      </p:sp>
      <p:sp>
        <p:nvSpPr>
          <p:cNvPr id="24" name="Text 20">
            <a:extLst xmlns:a="http://schemas.openxmlformats.org/drawingml/2006/main">
              <a:ext uri="{FF2B5EF4-FFF2-40B4-BE49-F238E27FC236}">
                <a16:creationId xmlns:a16="http://schemas.microsoft.com/office/drawing/2014/main" id="{B86BF7CC-A6EF-45D9-974F-9049E3F3F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371600"/>
            <a:ext cx="12191695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b="1">
                <a:solidFill>
                  <a:srgbClr val="7C5CE0"/>
                </a:solidFill>
                <a:latin typeface="Malgun Gothic"/>
                <a:ea typeface="Malgun Gothic"/>
                <a:cs typeface="Malgun Gothic"/>
              </a:rPr>
              <a:t>확인된 기능과 검증하지 않은 효과를 분리합니다</a:t>
            </a:r>
          </a:p>
        </p:txBody>
      </p:sp>
      <p:sp>
        <p:nvSpPr>
          <p:cNvPr id="25" name="Text 21">
            <a:extLst xmlns:a="http://schemas.openxmlformats.org/drawingml/2006/main">
              <a:ext uri="{FF2B5EF4-FFF2-40B4-BE49-F238E27FC236}">
                <a16:creationId xmlns:a16="http://schemas.microsoft.com/office/drawing/2014/main" id="{223CDB5E-0AEE-46EB-A209-FAD18FD72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737360"/>
            <a:ext cx="11091672" cy="1005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08000"/>
              </a:lnSpc>
              <a:buNone/>
            </a:pPr>
            <a:r>
              <a:rPr sz="3200" b="1">
                <a:solidFill>
                  <a:srgbClr val="1B2340"/>
                </a:solidFill>
                <a:latin typeface="Malgun Gothic"/>
                <a:ea typeface="Malgun Gothic"/>
                <a:cs typeface="Malgun Gothic"/>
              </a:rPr>
              <a:t>동작 확인 ≠ 업무 효과 검증</a:t>
            </a:r>
          </a:p>
        </p:txBody>
      </p:sp>
      <p:sp>
        <p:nvSpPr>
          <p:cNvPr id="26" name="Shape 22">
            <a:extLst xmlns:a="http://schemas.openxmlformats.org/drawingml/2006/main">
              <a:ext uri="{FF2B5EF4-FFF2-40B4-BE49-F238E27FC236}">
                <a16:creationId xmlns:a16="http://schemas.microsoft.com/office/drawing/2014/main" id="{079665CA-868A-458B-841F-937D06BFA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35528" y="2651760"/>
            <a:ext cx="1463040" cy="2057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A4470"/>
          </a:solidFill>
        </p:spPr>
      </p:sp>
      <p:sp>
        <p:nvSpPr>
          <p:cNvPr id="27" name="Text 23">
            <a:extLst xmlns:a="http://schemas.openxmlformats.org/drawingml/2006/main">
              <a:ext uri="{FF2B5EF4-FFF2-40B4-BE49-F238E27FC236}">
                <a16:creationId xmlns:a16="http://schemas.microsoft.com/office/drawing/2014/main" id="{23100A9E-50FF-4ABB-94AC-D5D5C8EC0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35528" y="2651760"/>
            <a:ext cx="146304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확인</a:t>
            </a:r>
          </a:p>
        </p:txBody>
      </p:sp>
      <p:sp>
        <p:nvSpPr>
          <p:cNvPr id="28" name="Text 24">
            <a:extLst xmlns:a="http://schemas.openxmlformats.org/drawingml/2006/main">
              <a:ext uri="{FF2B5EF4-FFF2-40B4-BE49-F238E27FC236}">
                <a16:creationId xmlns:a16="http://schemas.microsoft.com/office/drawing/2014/main" id="{E8F3B317-C6DB-46F3-AF23-7571D1CE5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1208" y="4818888"/>
            <a:ext cx="201168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>
                <a:solidFill>
                  <a:srgbClr val="5C6684"/>
                </a:solidFill>
                <a:latin typeface="Malgun Gothic"/>
                <a:ea typeface="Malgun Gothic"/>
                <a:cs typeface="Malgun Gothic"/>
              </a:rPr>
              <a:t>정합성·필터·8개 화면·빌드</a:t>
            </a:r>
          </a:p>
        </p:txBody>
      </p:sp>
      <p:sp>
        <p:nvSpPr>
          <p:cNvPr id="29" name="Shape 25">
            <a:extLst xmlns:a="http://schemas.openxmlformats.org/drawingml/2006/main">
              <a:ext uri="{FF2B5EF4-FFF2-40B4-BE49-F238E27FC236}">
                <a16:creationId xmlns:a16="http://schemas.microsoft.com/office/drawing/2014/main" id="{4D707B2E-9A7F-4B74-AD89-FB3B25015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3128" y="4379976"/>
            <a:ext cx="1463040" cy="32918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7D00"/>
          </a:solidFill>
        </p:spPr>
      </p:sp>
      <p:sp>
        <p:nvSpPr>
          <p:cNvPr id="30" name="Text 26">
            <a:extLst xmlns:a="http://schemas.openxmlformats.org/drawingml/2006/main">
              <a:ext uri="{FF2B5EF4-FFF2-40B4-BE49-F238E27FC236}">
                <a16:creationId xmlns:a16="http://schemas.microsoft.com/office/drawing/2014/main" id="{1D83D95B-3AF3-4647-9EC4-C9F9A3EB2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8808" y="3877056"/>
            <a:ext cx="201168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200" b="1">
                <a:solidFill>
                  <a:srgbClr val="C77D00"/>
                </a:solidFill>
                <a:latin typeface="Calibri"/>
                <a:ea typeface="Calibri"/>
                <a:cs typeface="Calibri"/>
              </a:rPr>
              <a:t>미검증</a:t>
            </a:r>
          </a:p>
        </p:txBody>
      </p:sp>
      <p:sp>
        <p:nvSpPr>
          <p:cNvPr id="31" name="Text 27">
            <a:extLst xmlns:a="http://schemas.openxmlformats.org/drawingml/2006/main">
              <a:ext uri="{FF2B5EF4-FFF2-40B4-BE49-F238E27FC236}">
                <a16:creationId xmlns:a16="http://schemas.microsoft.com/office/drawing/2014/main" id="{D5B23402-4D9D-4292-8784-39623B339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8808" y="4818888"/>
            <a:ext cx="201168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>
                <a:solidFill>
                  <a:srgbClr val="5C6684"/>
                </a:solidFill>
                <a:latin typeface="Malgun Gothic"/>
                <a:ea typeface="Malgun Gothic"/>
                <a:cs typeface="Malgun Gothic"/>
              </a:rPr>
              <a:t>시간 단축·R&amp;R 정확도·만족도</a:t>
            </a:r>
          </a:p>
        </p:txBody>
      </p:sp>
      <p:sp>
        <p:nvSpPr>
          <p:cNvPr id="32" name="Shape 28">
            <a:extLst xmlns:a="http://schemas.openxmlformats.org/drawingml/2006/main">
              <a:ext uri="{FF2B5EF4-FFF2-40B4-BE49-F238E27FC236}">
                <a16:creationId xmlns:a16="http://schemas.microsoft.com/office/drawing/2014/main" id="{2EEBB172-0C30-449D-87CB-56C230A3A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7048" y="5230368"/>
            <a:ext cx="3515868" cy="6766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FBE6"/>
          </a:solidFill>
          <a:ln xmlns:a="http://schemas.openxmlformats.org/drawingml/2006/main" w="22225">
            <a:solidFill>
              <a:srgbClr val="111111"/>
            </a:solidFill>
            <a:prstDash val="solid"/>
          </a:ln>
          <a:effectLst xmlns:a="http://schemas.openxmlformats.org/drawingml/2006/main">
            <a:outerShdw blurRad="25400" dist="25400" dir="5400000" sx="100000" sy="100000" kx="0" ky="0" algn="bl" rotWithShape="0">
              <a:srgbClr val="444444">
                <a:alpha val="35000"/>
              </a:srgbClr>
            </a:outerShdw>
          </a:effectLst>
        </p:spPr>
      </p:sp>
      <p:sp>
        <p:nvSpPr>
          <p:cNvPr id="33" name="Text 29">
            <a:extLst xmlns:a="http://schemas.openxmlformats.org/drawingml/2006/main">
              <a:ext uri="{FF2B5EF4-FFF2-40B4-BE49-F238E27FC236}">
                <a16:creationId xmlns:a16="http://schemas.microsoft.com/office/drawing/2014/main" id="{CD1CDBF3-43FD-4286-BEAB-564447094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8488" y="5230368"/>
            <a:ext cx="3332988" cy="6766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50" b="1">
                <a:solidFill>
                  <a:srgbClr val="1A2340"/>
                </a:solidFill>
                <a:latin typeface="Malgun Gothic"/>
                <a:ea typeface="Malgun Gothic"/>
                <a:cs typeface="Malgun Gothic"/>
              </a:rPr>
              <a:t>효과 수치는 검증하지 않아 성과로 제시하지 않아요</a:t>
            </a:r>
          </a:p>
        </p:txBody>
      </p:sp>
      <p:pic>
        <p:nvPicPr>
          <p:cNvPr id="69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d305fa39a79480a"/>
          <a:stretch xmlns:a="http://schemas.openxmlformats.org/drawingml/2006/main"/>
        </p:blipFill>
        <p:spPr>
          <a:xfrm xmlns:a="http://schemas.openxmlformats.org/drawingml/2006/main">
            <a:off x="323850" y="4749658"/>
            <a:ext cx="1381125" cy="149253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6524607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0E807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8983A23B-6CBF-4357-9EB6-66EDFF9A1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00800"/>
            <a:ext cx="1219169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6BE"/>
          </a:solidFill>
        </p:spPr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7B32989B-6775-4EE6-9996-358BCE65C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00800"/>
            <a:ext cx="12191695" cy="320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A"/>
          </a:solidFill>
        </p:spPr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824F4317-47AD-439F-8D98-507FCD634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16" y="6483096"/>
            <a:ext cx="1051560" cy="2926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6BE"/>
          </a:solidFill>
          <a:ln xmlns:a="http://schemas.openxmlformats.org/drawingml/2006/main" w="12700">
            <a:solidFill>
              <a:srgbClr val="6B6B66"/>
            </a:solidFill>
            <a:prstDash val="solid"/>
          </a:ln>
        </p:spPr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3C2F8E4C-04FF-494A-8DFF-38E4DC779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16" y="6483096"/>
            <a:ext cx="1051560" cy="274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A"/>
          </a:solidFill>
        </p:spPr>
      </p:sp>
      <p:pic>
        <p:nvPicPr>
          <p:cNvPr id="40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c210acc738b415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01168" y="6510528"/>
            <a:ext cx="237744" cy="237744"/>
          </a:xfrm>
          <a:prstGeom xmlns:a="http://schemas.openxmlformats.org/drawingml/2006/main" prst="rect">
            <a:avLst/>
          </a:prstGeom>
        </p:spPr>
      </p:pic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C7989151-D089-42B5-823F-FC9C781E1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3096"/>
            <a:ext cx="6858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1B2340"/>
                </a:solidFill>
                <a:latin typeface="Malgun Gothic"/>
                <a:ea typeface="Malgun Gothic"/>
                <a:cs typeface="Malgun Gothic"/>
              </a:rPr>
              <a:t>시작</a:t>
            </a:r>
          </a:p>
        </p:txBody>
      </p:sp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5322039B-6325-4749-8A42-9035B26B4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1360" y="6492240"/>
            <a:ext cx="1170432" cy="2743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6CE"/>
          </a:solidFill>
          <a:ln xmlns:a="http://schemas.openxmlformats.org/drawingml/2006/main" w="9525">
            <a:solidFill>
              <a:srgbClr val="6B6B66"/>
            </a:solidFill>
            <a:prstDash val="solid"/>
          </a:ln>
        </p:spPr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68348E33-EC9A-415F-AB76-34A8A4A30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1360" y="6492240"/>
            <a:ext cx="1170432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>
                <a:solidFill>
                  <a:srgbClr val="1B2340"/>
                </a:solidFill>
                <a:latin typeface="Calibri"/>
                <a:ea typeface="Calibri"/>
                <a:cs typeface="Calibri"/>
              </a:rPr>
              <a:t>UKKKK.exe</a:t>
            </a:r>
          </a:p>
        </p:txBody>
      </p:sp>
      <p:sp>
        <p:nvSpPr>
          <p:cNvPr id="10" name="Shape 7">
            <a:extLst xmlns:a="http://schemas.openxmlformats.org/drawingml/2006/main">
              <a:ext uri="{FF2B5EF4-FFF2-40B4-BE49-F238E27FC236}">
                <a16:creationId xmlns:a16="http://schemas.microsoft.com/office/drawing/2014/main" id="{953B3AC0-0CB5-4D8A-AFE7-CB244198D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896" y="219456"/>
            <a:ext cx="11567160" cy="59984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2225">
            <a:solidFill>
              <a:srgbClr val="1B2340"/>
            </a:solidFill>
            <a:prstDash val="solid"/>
          </a:ln>
          <a:effectLst xmlns:a="http://schemas.openxmlformats.org/drawingml/2006/main">
            <a:outerShdw blurRad="88900" dist="50800" dir="5400000" sx="100000" sy="100000" kx="0" ky="0" algn="bl" rotWithShape="0">
              <a:srgbClr val="05433D">
                <a:alpha val="40000"/>
              </a:srgbClr>
            </a:outerShdw>
          </a:effectLst>
        </p:spPr>
      </p:sp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B4880495-E371-4724-ABE5-A33E21E2A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328" y="246888"/>
            <a:ext cx="11512296" cy="228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</p:sp>
      <p:sp>
        <p:nvSpPr>
          <p:cNvPr id="12" name="Shape 9">
            <a:extLst xmlns:a="http://schemas.openxmlformats.org/drawingml/2006/main">
              <a:ext uri="{FF2B5EF4-FFF2-40B4-BE49-F238E27FC236}">
                <a16:creationId xmlns:a16="http://schemas.microsoft.com/office/drawing/2014/main" id="{60FB16EC-B345-404A-84AD-BE41D9E4C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896" y="219456"/>
            <a:ext cx="1156716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4ABF"/>
          </a:solidFill>
        </p:spPr>
      </p:sp>
      <p:pic>
        <p:nvPicPr>
          <p:cNvPr id="47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c210acc738b415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38912" y="292608"/>
            <a:ext cx="310896" cy="310896"/>
          </a:xfrm>
          <a:prstGeom xmlns:a="http://schemas.openxmlformats.org/drawingml/2006/main" prst="rect">
            <a:avLst/>
          </a:prstGeom>
        </p:spPr>
      </p:pic>
      <p:sp>
        <p:nvSpPr>
          <p:cNvPr id="14" name="Text 10">
            <a:extLst xmlns:a="http://schemas.openxmlformats.org/drawingml/2006/main">
              <a:ext uri="{FF2B5EF4-FFF2-40B4-BE49-F238E27FC236}">
                <a16:creationId xmlns:a16="http://schemas.microsoft.com/office/drawing/2014/main" id="{71CC91B5-1331-448E-8AC9-8B88A251E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219456"/>
            <a:ext cx="932688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새싹이 오피스 길잡이   —   13 · 운영화 로드맵</a:t>
            </a:r>
          </a:p>
        </p:txBody>
      </p:sp>
      <p:sp>
        <p:nvSpPr>
          <p:cNvPr id="15" name="Shape 11">
            <a:extLst xmlns:a="http://schemas.openxmlformats.org/drawingml/2006/main">
              <a:ext uri="{FF2B5EF4-FFF2-40B4-BE49-F238E27FC236}">
                <a16:creationId xmlns:a16="http://schemas.microsoft.com/office/drawing/2014/main" id="{A39F7189-DFED-4462-AFD0-C15F12C4E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3928" y="320040"/>
            <a:ext cx="265176" cy="2560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6BE"/>
          </a:solidFill>
          <a:ln xmlns:a="http://schemas.openxmlformats.org/drawingml/2006/main" w="9525">
            <a:solidFill>
              <a:srgbClr val="6B6B66"/>
            </a:solidFill>
            <a:prstDash val="solid"/>
          </a:ln>
        </p:spPr>
      </p:sp>
      <p:sp>
        <p:nvSpPr>
          <p:cNvPr id="16" name="Shape 12">
            <a:extLst xmlns:a="http://schemas.openxmlformats.org/drawingml/2006/main">
              <a:ext uri="{FF2B5EF4-FFF2-40B4-BE49-F238E27FC236}">
                <a16:creationId xmlns:a16="http://schemas.microsoft.com/office/drawing/2014/main" id="{29B984D0-B90B-4CE5-878E-A3BBEB805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3928" y="320040"/>
            <a:ext cx="265176" cy="274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A"/>
          </a:solidFill>
        </p:spPr>
      </p:sp>
      <p:sp>
        <p:nvSpPr>
          <p:cNvPr id="17" name="Text 13">
            <a:extLst xmlns:a="http://schemas.openxmlformats.org/drawingml/2006/main">
              <a:ext uri="{FF2B5EF4-FFF2-40B4-BE49-F238E27FC236}">
                <a16:creationId xmlns:a16="http://schemas.microsoft.com/office/drawing/2014/main" id="{CC2B7829-4A8C-4773-8698-7143A9BBD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3928" y="320040"/>
            <a:ext cx="265176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>
                <a:solidFill>
                  <a:srgbClr val="1B2340"/>
                </a:solidFill>
              </a:rPr>
              <a:t>_</a:t>
            </a:r>
          </a:p>
        </p:txBody>
      </p:sp>
      <p:sp>
        <p:nvSpPr>
          <p:cNvPr id="18" name="Shape 14">
            <a:extLst xmlns:a="http://schemas.openxmlformats.org/drawingml/2006/main">
              <a:ext uri="{FF2B5EF4-FFF2-40B4-BE49-F238E27FC236}">
                <a16:creationId xmlns:a16="http://schemas.microsoft.com/office/drawing/2014/main" id="{B8AF3681-D958-479E-B152-8E223923D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4824" y="320040"/>
            <a:ext cx="265176" cy="2560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6BE"/>
          </a:solidFill>
          <a:ln xmlns:a="http://schemas.openxmlformats.org/drawingml/2006/main" w="9525">
            <a:solidFill>
              <a:srgbClr val="6B6B66"/>
            </a:solidFill>
            <a:prstDash val="solid"/>
          </a:ln>
        </p:spPr>
      </p:sp>
      <p:sp>
        <p:nvSpPr>
          <p:cNvPr id="19" name="Shape 15">
            <a:extLst xmlns:a="http://schemas.openxmlformats.org/drawingml/2006/main">
              <a:ext uri="{FF2B5EF4-FFF2-40B4-BE49-F238E27FC236}">
                <a16:creationId xmlns:a16="http://schemas.microsoft.com/office/drawing/2014/main" id="{845BB062-7B5C-47FD-83F7-84F6B9AD8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4824" y="320040"/>
            <a:ext cx="265176" cy="274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A"/>
          </a:solidFill>
        </p:spPr>
      </p:sp>
      <p:sp>
        <p:nvSpPr>
          <p:cNvPr id="20" name="Text 16">
            <a:extLst xmlns:a="http://schemas.openxmlformats.org/drawingml/2006/main">
              <a:ext uri="{FF2B5EF4-FFF2-40B4-BE49-F238E27FC236}">
                <a16:creationId xmlns:a16="http://schemas.microsoft.com/office/drawing/2014/main" id="{821E32F5-5E6C-46A8-B404-117EA8525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4824" y="320040"/>
            <a:ext cx="265176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>
                <a:solidFill>
                  <a:srgbClr val="1B2340"/>
                </a:solidFill>
              </a:rPr>
              <a:t>❑</a:t>
            </a:r>
          </a:p>
        </p:txBody>
      </p:sp>
      <p:sp>
        <p:nvSpPr>
          <p:cNvPr id="21" name="Shape 17">
            <a:extLst xmlns:a="http://schemas.openxmlformats.org/drawingml/2006/main">
              <a:ext uri="{FF2B5EF4-FFF2-40B4-BE49-F238E27FC236}">
                <a16:creationId xmlns:a16="http://schemas.microsoft.com/office/drawing/2014/main" id="{F25E78B0-C233-4BA9-88CD-A1D7016F5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5720" y="320040"/>
            <a:ext cx="265176" cy="2560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6BE"/>
          </a:solidFill>
          <a:ln xmlns:a="http://schemas.openxmlformats.org/drawingml/2006/main" w="9525">
            <a:solidFill>
              <a:srgbClr val="6B6B66"/>
            </a:solidFill>
            <a:prstDash val="solid"/>
          </a:ln>
        </p:spPr>
      </p:sp>
      <p:sp>
        <p:nvSpPr>
          <p:cNvPr id="22" name="Shape 18">
            <a:extLst xmlns:a="http://schemas.openxmlformats.org/drawingml/2006/main">
              <a:ext uri="{FF2B5EF4-FFF2-40B4-BE49-F238E27FC236}">
                <a16:creationId xmlns:a16="http://schemas.microsoft.com/office/drawing/2014/main" id="{044B986D-59E9-4B1C-B036-55F2AD852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5720" y="320040"/>
            <a:ext cx="265176" cy="274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A"/>
          </a:solidFill>
        </p:spPr>
      </p:sp>
      <p:sp>
        <p:nvSpPr>
          <p:cNvPr id="23" name="Text 19">
            <a:extLst xmlns:a="http://schemas.openxmlformats.org/drawingml/2006/main">
              <a:ext uri="{FF2B5EF4-FFF2-40B4-BE49-F238E27FC236}">
                <a16:creationId xmlns:a16="http://schemas.microsoft.com/office/drawing/2014/main" id="{E906970B-5D54-4B59-9D24-D5763ED42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5720" y="320040"/>
            <a:ext cx="265176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>
                <a:solidFill>
                  <a:srgbClr val="1B2340"/>
                </a:solidFill>
              </a:rPr>
              <a:t>✕</a:t>
            </a:r>
          </a:p>
        </p:txBody>
      </p:sp>
      <p:sp>
        <p:nvSpPr>
          <p:cNvPr id="24" name="Text 20">
            <a:extLst xmlns:a="http://schemas.openxmlformats.org/drawingml/2006/main">
              <a:ext uri="{FF2B5EF4-FFF2-40B4-BE49-F238E27FC236}">
                <a16:creationId xmlns:a16="http://schemas.microsoft.com/office/drawing/2014/main" id="{88BE74F7-289A-4D11-882E-1E23A5BF8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371600"/>
            <a:ext cx="12191695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b="1">
                <a:solidFill>
                  <a:srgbClr val="7C5CE0"/>
                </a:solidFill>
                <a:latin typeface="Malgun Gothic"/>
                <a:ea typeface="Malgun Gothic"/>
                <a:cs typeface="Malgun Gothic"/>
              </a:rPr>
              <a:t>데모에서 운영형 의사결정 도구로</a:t>
            </a:r>
          </a:p>
        </p:txBody>
      </p:sp>
      <p:sp>
        <p:nvSpPr>
          <p:cNvPr id="25" name="Text 21">
            <a:extLst xmlns:a="http://schemas.openxmlformats.org/drawingml/2006/main">
              <a:ext uri="{FF2B5EF4-FFF2-40B4-BE49-F238E27FC236}">
                <a16:creationId xmlns:a16="http://schemas.microsoft.com/office/drawing/2014/main" id="{250915ED-B553-4D2B-A859-B3C68115C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737360"/>
            <a:ext cx="11091672" cy="1005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08000"/>
              </a:lnSpc>
              <a:buNone/>
            </a:pPr>
            <a:r>
              <a:rPr sz="3200" b="1">
                <a:solidFill>
                  <a:srgbClr val="1B2340"/>
                </a:solidFill>
                <a:latin typeface="Malgun Gothic"/>
                <a:ea typeface="Malgun Gothic"/>
                <a:cs typeface="Malgun Gothic"/>
              </a:rPr>
              <a:t>데이터 운영화 → 행정 검증 → 서비스 안정화</a:t>
            </a:r>
          </a:p>
        </p:txBody>
      </p:sp>
      <p:sp>
        <p:nvSpPr>
          <p:cNvPr id="26" name="Shape 22">
            <a:extLst xmlns:a="http://schemas.openxmlformats.org/drawingml/2006/main">
              <a:ext uri="{FF2B5EF4-FFF2-40B4-BE49-F238E27FC236}">
                <a16:creationId xmlns:a16="http://schemas.microsoft.com/office/drawing/2014/main" id="{38C44740-196A-473A-B254-26B0259CB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488" y="2788920"/>
            <a:ext cx="4343400" cy="21945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C"/>
          </a:solidFill>
          <a:ln xmlns:a="http://schemas.openxmlformats.org/drawingml/2006/main" w="12700">
            <a:solidFill>
              <a:srgbClr val="D4DAF0"/>
            </a:solidFill>
            <a:prstDash val="solid"/>
          </a:ln>
        </p:spPr>
      </p:sp>
      <p:sp>
        <p:nvSpPr>
          <p:cNvPr id="27" name="Text 23">
            <a:extLst xmlns:a="http://schemas.openxmlformats.org/drawingml/2006/main">
              <a:ext uri="{FF2B5EF4-FFF2-40B4-BE49-F238E27FC236}">
                <a16:creationId xmlns:a16="http://schemas.microsoft.com/office/drawing/2014/main" id="{439C4094-11A6-4B42-BB96-7D62B0C21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4080" y="2898648"/>
            <a:ext cx="4014216" cy="19751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30000"/>
              </a:lnSpc>
              <a:spcAft>
                <a:spcPts val="1000"/>
              </a:spcAft>
              <a:buNone/>
            </a:pPr>
            <a:r>
              <a:rPr sz="1900" b="1">
                <a:solidFill>
                  <a:srgbClr val="3558D6"/>
                </a:solidFill>
                <a:latin typeface="Malgun Gothic"/>
                <a:ea typeface="Malgun Gothic"/>
                <a:cs typeface="Malgun Gothic"/>
              </a:rPr>
              <a:t>STEP 1·2</a:t>
            </a:r>
          </a:p>
          <a:p xmlns:a="http://schemas.openxmlformats.org/drawingml/2006/main">
            <a:pPr marL="0" indent="0" algn="ctr">
              <a:lnSpc>
                <a:spcPct val="130000"/>
              </a:lnSpc>
              <a:buNone/>
            </a:pPr>
            <a:r>
              <a:rPr sz="1700">
                <a:solidFill>
                  <a:srgbClr val="5C6684"/>
                </a:solidFill>
                <a:latin typeface="Malgun Gothic"/>
                <a:ea typeface="Malgun Gothic"/>
                <a:cs typeface="Malgun Gothic"/>
              </a:rPr>
              <a:t>정기 수집·버전·출처 관리</a:t>
            </a:r>
          </a:p>
          <a:p xmlns:a="http://schemas.openxmlformats.org/drawingml/2006/main">
            <a:pPr marL="0" indent="0" algn="ctr">
              <a:lnSpc>
                <a:spcPct val="130000"/>
              </a:lnSpc>
              <a:buNone/>
            </a:pPr>
            <a:r>
              <a:rPr sz="1700">
                <a:solidFill>
                  <a:srgbClr val="5C6684"/>
                </a:solidFill>
                <a:latin typeface="Malgun Gothic"/>
                <a:ea typeface="Malgun Gothic"/>
                <a:cs typeface="Malgun Gothic"/>
              </a:rPr>
              <a:t>R&amp;R 정답셋·담당자 피드백</a:t>
            </a:r>
          </a:p>
          <a:p xmlns:a="http://schemas.openxmlformats.org/drawingml/2006/main">
            <a:pPr marL="0" indent="0" algn="ctr">
              <a:lnSpc>
                <a:spcPct val="130000"/>
              </a:lnSpc>
              <a:buNone/>
            </a:pPr>
            <a:r>
              <a:rPr sz="1700">
                <a:solidFill>
                  <a:srgbClr val="5C6684"/>
                </a:solidFill>
                <a:latin typeface="Malgun Gothic"/>
                <a:ea typeface="Malgun Gothic"/>
                <a:cs typeface="Malgun Gothic"/>
              </a:rPr>
              <a:t>원문 확보·복원 성능 측정</a:t>
            </a:r>
          </a:p>
        </p:txBody>
      </p:sp>
      <p:sp>
        <p:nvSpPr>
          <p:cNvPr id="28" name="Text 24">
            <a:extLst xmlns:a="http://schemas.openxmlformats.org/drawingml/2006/main">
              <a:ext uri="{FF2B5EF4-FFF2-40B4-BE49-F238E27FC236}">
                <a16:creationId xmlns:a16="http://schemas.microsoft.com/office/drawing/2014/main" id="{40EC00BA-61F4-4A21-89FC-7C2602601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048" y="2788920"/>
            <a:ext cx="1371600" cy="21945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3400" b="1">
                <a:solidFill>
                  <a:srgbClr val="C77D00"/>
                </a:solidFill>
              </a:rPr>
              <a:t>➜</a:t>
            </a:r>
          </a:p>
        </p:txBody>
      </p:sp>
      <p:sp>
        <p:nvSpPr>
          <p:cNvPr id="29" name="Shape 25">
            <a:extLst xmlns:a="http://schemas.openxmlformats.org/drawingml/2006/main">
              <a:ext uri="{FF2B5EF4-FFF2-40B4-BE49-F238E27FC236}">
                <a16:creationId xmlns:a16="http://schemas.microsoft.com/office/drawing/2014/main" id="{099588D5-E2C9-4C72-8EFB-A632069FA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8808" y="2788920"/>
            <a:ext cx="4343400" cy="21945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BFB"/>
          </a:solidFill>
          <a:ln xmlns:a="http://schemas.openxmlformats.org/drawingml/2006/main" w="12700">
            <a:solidFill>
              <a:srgbClr val="CECBF6"/>
            </a:solidFill>
            <a:prstDash val="solid"/>
          </a:ln>
        </p:spPr>
      </p:sp>
      <p:sp>
        <p:nvSpPr>
          <p:cNvPr id="30" name="Text 26">
            <a:extLst xmlns:a="http://schemas.openxmlformats.org/drawingml/2006/main">
              <a:ext uri="{FF2B5EF4-FFF2-40B4-BE49-F238E27FC236}">
                <a16:creationId xmlns:a16="http://schemas.microsoft.com/office/drawing/2014/main" id="{F40A2A66-532F-4072-8C44-FD589FE2D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3400" y="2898648"/>
            <a:ext cx="4014216" cy="19751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30000"/>
              </a:lnSpc>
              <a:spcAft>
                <a:spcPts val="1000"/>
              </a:spcAft>
              <a:buNone/>
            </a:pPr>
            <a:r>
              <a:rPr sz="1900" b="1">
                <a:solidFill>
                  <a:srgbClr val="7C5CE0"/>
                </a:solidFill>
                <a:latin typeface="Malgun Gothic"/>
                <a:ea typeface="Malgun Gothic"/>
                <a:cs typeface="Malgun Gothic"/>
              </a:rPr>
              <a:t>STEP 3</a:t>
            </a:r>
          </a:p>
          <a:p xmlns:a="http://schemas.openxmlformats.org/drawingml/2006/main">
            <a:pPr marL="0" indent="0" algn="ctr">
              <a:lnSpc>
                <a:spcPct val="130000"/>
              </a:lnSpc>
              <a:buNone/>
            </a:pPr>
            <a:r>
              <a:rPr sz="1700">
                <a:solidFill>
                  <a:srgbClr val="5C6684"/>
                </a:solidFill>
                <a:latin typeface="Malgun Gothic"/>
                <a:ea typeface="Malgun Gothic"/>
                <a:cs typeface="Malgun Gothic"/>
              </a:rPr>
              <a:t>API·DB 분리</a:t>
            </a:r>
          </a:p>
          <a:p xmlns:a="http://schemas.openxmlformats.org/drawingml/2006/main">
            <a:pPr marL="0" indent="0" algn="ctr">
              <a:lnSpc>
                <a:spcPct val="130000"/>
              </a:lnSpc>
              <a:buNone/>
            </a:pPr>
            <a:r>
              <a:rPr sz="1700">
                <a:solidFill>
                  <a:srgbClr val="5C6684"/>
                </a:solidFill>
                <a:latin typeface="Malgun Gothic"/>
                <a:ea typeface="Malgun Gothic"/>
                <a:cs typeface="Malgun Gothic"/>
              </a:rPr>
              <a:t>권한·감사로그·개인정보 보호</a:t>
            </a:r>
          </a:p>
          <a:p xmlns:a="http://schemas.openxmlformats.org/drawingml/2006/main">
            <a:pPr marL="0" indent="0" algn="ctr">
              <a:lnSpc>
                <a:spcPct val="130000"/>
              </a:lnSpc>
              <a:buNone/>
            </a:pPr>
            <a:r>
              <a:rPr sz="1700">
                <a:solidFill>
                  <a:srgbClr val="5C6684"/>
                </a:solidFill>
                <a:latin typeface="Malgun Gothic"/>
                <a:ea typeface="Malgun Gothic"/>
                <a:cs typeface="Malgun Gothic"/>
              </a:rPr>
              <a:t>네이티브 PDF·HWP 생성</a:t>
            </a:r>
          </a:p>
        </p:txBody>
      </p:sp>
      <p:sp>
        <p:nvSpPr>
          <p:cNvPr id="31" name="Shape 27">
            <a:extLst xmlns:a="http://schemas.openxmlformats.org/drawingml/2006/main">
              <a:ext uri="{FF2B5EF4-FFF2-40B4-BE49-F238E27FC236}">
                <a16:creationId xmlns:a16="http://schemas.microsoft.com/office/drawing/2014/main" id="{B1263E1A-04A4-4352-94F8-9F854F07C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48856" y="5230368"/>
            <a:ext cx="3685032" cy="6766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FBE6"/>
          </a:solidFill>
          <a:ln xmlns:a="http://schemas.openxmlformats.org/drawingml/2006/main" w="22225">
            <a:solidFill>
              <a:srgbClr val="111111"/>
            </a:solidFill>
            <a:prstDash val="solid"/>
          </a:ln>
          <a:effectLst xmlns:a="http://schemas.openxmlformats.org/drawingml/2006/main">
            <a:outerShdw blurRad="25400" dist="25400" dir="5400000" sx="100000" sy="100000" kx="0" ky="0" algn="bl" rotWithShape="0">
              <a:srgbClr val="444444">
                <a:alpha val="35000"/>
              </a:srgbClr>
            </a:outerShdw>
          </a:effectLst>
        </p:spPr>
      </p:sp>
      <p:sp>
        <p:nvSpPr>
          <p:cNvPr id="32" name="Text 28">
            <a:extLst xmlns:a="http://schemas.openxmlformats.org/drawingml/2006/main">
              <a:ext uri="{FF2B5EF4-FFF2-40B4-BE49-F238E27FC236}">
                <a16:creationId xmlns:a16="http://schemas.microsoft.com/office/drawing/2014/main" id="{31E3BF5C-1E2F-4E40-B708-F32099524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0296" y="5230368"/>
            <a:ext cx="3502152" cy="6766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50" b="1">
                <a:solidFill>
                  <a:srgbClr val="1A2340"/>
                </a:solidFill>
                <a:latin typeface="Malgun Gothic"/>
                <a:ea typeface="Malgun Gothic"/>
                <a:cs typeface="Malgun Gothic"/>
              </a:rPr>
              <a:t>정확도와 운영 책임을 먼저 검증한 뒤 확장할게요</a:t>
            </a:r>
          </a:p>
        </p:txBody>
      </p:sp>
      <p:pic>
        <p:nvPicPr>
          <p:cNvPr id="67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c210acc738b415d"/>
          <a:stretch xmlns:a="http://schemas.openxmlformats.org/drawingml/2006/main"/>
        </p:blipFill>
        <p:spPr>
          <a:xfrm xmlns:a="http://schemas.openxmlformats.org/drawingml/2006/main">
            <a:off x="357406" y="4686300"/>
            <a:ext cx="1314012" cy="16192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9480347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0E807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55B66D27-151B-4DAF-B199-3BF2D6BB4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00800"/>
            <a:ext cx="1219169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6BE"/>
          </a:solidFill>
        </p:spPr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209DA734-24B5-416B-BB48-18673CFD1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00800"/>
            <a:ext cx="12191695" cy="320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A"/>
          </a:solidFill>
        </p:spPr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A62C370F-CC34-4AA2-9DD2-52AE98B76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16" y="6483096"/>
            <a:ext cx="1051560" cy="2926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6BE"/>
          </a:solidFill>
          <a:ln xmlns:a="http://schemas.openxmlformats.org/drawingml/2006/main" w="12700">
            <a:solidFill>
              <a:srgbClr val="6B6B66"/>
            </a:solidFill>
            <a:prstDash val="solid"/>
          </a:ln>
        </p:spPr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41269540-49D9-4D42-8197-82A9AD9F7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16" y="6483096"/>
            <a:ext cx="1051560" cy="274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A"/>
          </a:solidFill>
        </p:spPr>
      </p:sp>
      <p:pic>
        <p:nvPicPr>
          <p:cNvPr id="35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e4b465f78ca45a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01168" y="6510528"/>
            <a:ext cx="237744" cy="237744"/>
          </a:xfrm>
          <a:prstGeom xmlns:a="http://schemas.openxmlformats.org/drawingml/2006/main" prst="rect">
            <a:avLst/>
          </a:prstGeom>
        </p:spPr>
      </p:pic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D24DA868-25DA-4630-ACCF-47131EA15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3096"/>
            <a:ext cx="6858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1B2340"/>
                </a:solidFill>
                <a:latin typeface="Malgun Gothic"/>
                <a:ea typeface="Malgun Gothic"/>
                <a:cs typeface="Malgun Gothic"/>
              </a:rPr>
              <a:t>시작</a:t>
            </a:r>
          </a:p>
        </p:txBody>
      </p:sp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8BADE83A-0832-41ED-B7EE-F90F9910C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1360" y="6492240"/>
            <a:ext cx="1170432" cy="2743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6CE"/>
          </a:solidFill>
          <a:ln xmlns:a="http://schemas.openxmlformats.org/drawingml/2006/main" w="9525">
            <a:solidFill>
              <a:srgbClr val="6B6B66"/>
            </a:solidFill>
            <a:prstDash val="solid"/>
          </a:ln>
        </p:spPr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CF2A4AF9-9912-4CBC-9BBA-56424EB7B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1360" y="6492240"/>
            <a:ext cx="1170432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>
                <a:solidFill>
                  <a:srgbClr val="1B2340"/>
                </a:solidFill>
                <a:latin typeface="Calibri"/>
                <a:ea typeface="Calibri"/>
                <a:cs typeface="Calibri"/>
              </a:rPr>
              <a:t>UKKKK.exe</a:t>
            </a:r>
          </a:p>
        </p:txBody>
      </p:sp>
      <p:sp>
        <p:nvSpPr>
          <p:cNvPr id="10" name="Shape 7">
            <a:extLst xmlns:a="http://schemas.openxmlformats.org/drawingml/2006/main">
              <a:ext uri="{FF2B5EF4-FFF2-40B4-BE49-F238E27FC236}">
                <a16:creationId xmlns:a16="http://schemas.microsoft.com/office/drawing/2014/main" id="{07922247-85AF-4536-9855-F1E06B4EB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896" y="219456"/>
            <a:ext cx="11567160" cy="59984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2225">
            <a:solidFill>
              <a:srgbClr val="1B2340"/>
            </a:solidFill>
            <a:prstDash val="solid"/>
          </a:ln>
          <a:effectLst xmlns:a="http://schemas.openxmlformats.org/drawingml/2006/main">
            <a:outerShdw blurRad="88900" dist="50800" dir="5400000" sx="100000" sy="100000" kx="0" ky="0" algn="bl" rotWithShape="0">
              <a:srgbClr val="05433D">
                <a:alpha val="40000"/>
              </a:srgbClr>
            </a:outerShdw>
          </a:effectLst>
        </p:spPr>
      </p:sp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64E57A53-7A79-4323-8B8D-EDC5E6011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328" y="246888"/>
            <a:ext cx="11512296" cy="228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</p:sp>
      <p:sp>
        <p:nvSpPr>
          <p:cNvPr id="12" name="Shape 9">
            <a:extLst xmlns:a="http://schemas.openxmlformats.org/drawingml/2006/main">
              <a:ext uri="{FF2B5EF4-FFF2-40B4-BE49-F238E27FC236}">
                <a16:creationId xmlns:a16="http://schemas.microsoft.com/office/drawing/2014/main" id="{577A0214-A504-4F92-85EF-139DCA098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896" y="219456"/>
            <a:ext cx="1156716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4ABF"/>
          </a:solidFill>
        </p:spPr>
      </p:sp>
      <p:pic>
        <p:nvPicPr>
          <p:cNvPr id="42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e4b465f78ca45a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38912" y="292608"/>
            <a:ext cx="310896" cy="310896"/>
          </a:xfrm>
          <a:prstGeom xmlns:a="http://schemas.openxmlformats.org/drawingml/2006/main" prst="rect">
            <a:avLst/>
          </a:prstGeom>
        </p:spPr>
      </p:pic>
      <p:sp>
        <p:nvSpPr>
          <p:cNvPr id="14" name="Text 10">
            <a:extLst xmlns:a="http://schemas.openxmlformats.org/drawingml/2006/main">
              <a:ext uri="{FF2B5EF4-FFF2-40B4-BE49-F238E27FC236}">
                <a16:creationId xmlns:a16="http://schemas.microsoft.com/office/drawing/2014/main" id="{3567D311-1AAD-417E-A9D3-6C8B2A17F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219456"/>
            <a:ext cx="932688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새싹이 오피스 길잡이   —   14 · 결론</a:t>
            </a:r>
          </a:p>
        </p:txBody>
      </p:sp>
      <p:sp>
        <p:nvSpPr>
          <p:cNvPr id="15" name="Shape 11">
            <a:extLst xmlns:a="http://schemas.openxmlformats.org/drawingml/2006/main">
              <a:ext uri="{FF2B5EF4-FFF2-40B4-BE49-F238E27FC236}">
                <a16:creationId xmlns:a16="http://schemas.microsoft.com/office/drawing/2014/main" id="{AAA6D9EE-D1A0-4F5E-A117-5B349885F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3928" y="320040"/>
            <a:ext cx="265176" cy="2560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6BE"/>
          </a:solidFill>
          <a:ln xmlns:a="http://schemas.openxmlformats.org/drawingml/2006/main" w="9525">
            <a:solidFill>
              <a:srgbClr val="6B6B66"/>
            </a:solidFill>
            <a:prstDash val="solid"/>
          </a:ln>
        </p:spPr>
      </p:sp>
      <p:sp>
        <p:nvSpPr>
          <p:cNvPr id="16" name="Shape 12">
            <a:extLst xmlns:a="http://schemas.openxmlformats.org/drawingml/2006/main">
              <a:ext uri="{FF2B5EF4-FFF2-40B4-BE49-F238E27FC236}">
                <a16:creationId xmlns:a16="http://schemas.microsoft.com/office/drawing/2014/main" id="{63F891C4-E14A-45BF-B66C-CB78B0C2F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3928" y="320040"/>
            <a:ext cx="265176" cy="274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A"/>
          </a:solidFill>
        </p:spPr>
      </p:sp>
      <p:sp>
        <p:nvSpPr>
          <p:cNvPr id="17" name="Text 13">
            <a:extLst xmlns:a="http://schemas.openxmlformats.org/drawingml/2006/main">
              <a:ext uri="{FF2B5EF4-FFF2-40B4-BE49-F238E27FC236}">
                <a16:creationId xmlns:a16="http://schemas.microsoft.com/office/drawing/2014/main" id="{9FD5232F-3FB5-43C7-B2FD-EBD1D23A0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3928" y="320040"/>
            <a:ext cx="265176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>
                <a:solidFill>
                  <a:srgbClr val="1B2340"/>
                </a:solidFill>
              </a:rPr>
              <a:t>_</a:t>
            </a:r>
          </a:p>
        </p:txBody>
      </p:sp>
      <p:sp>
        <p:nvSpPr>
          <p:cNvPr id="18" name="Shape 14">
            <a:extLst xmlns:a="http://schemas.openxmlformats.org/drawingml/2006/main">
              <a:ext uri="{FF2B5EF4-FFF2-40B4-BE49-F238E27FC236}">
                <a16:creationId xmlns:a16="http://schemas.microsoft.com/office/drawing/2014/main" id="{82EAA86E-C256-4022-B2DD-058A1B388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4824" y="320040"/>
            <a:ext cx="265176" cy="2560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6BE"/>
          </a:solidFill>
          <a:ln xmlns:a="http://schemas.openxmlformats.org/drawingml/2006/main" w="9525">
            <a:solidFill>
              <a:srgbClr val="6B6B66"/>
            </a:solidFill>
            <a:prstDash val="solid"/>
          </a:ln>
        </p:spPr>
      </p:sp>
      <p:sp>
        <p:nvSpPr>
          <p:cNvPr id="19" name="Shape 15">
            <a:extLst xmlns:a="http://schemas.openxmlformats.org/drawingml/2006/main">
              <a:ext uri="{FF2B5EF4-FFF2-40B4-BE49-F238E27FC236}">
                <a16:creationId xmlns:a16="http://schemas.microsoft.com/office/drawing/2014/main" id="{63D77F82-1DBD-4F20-A67F-49637D87F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4824" y="320040"/>
            <a:ext cx="265176" cy="274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A"/>
          </a:solidFill>
        </p:spPr>
      </p:sp>
      <p:sp>
        <p:nvSpPr>
          <p:cNvPr id="20" name="Text 16">
            <a:extLst xmlns:a="http://schemas.openxmlformats.org/drawingml/2006/main">
              <a:ext uri="{FF2B5EF4-FFF2-40B4-BE49-F238E27FC236}">
                <a16:creationId xmlns:a16="http://schemas.microsoft.com/office/drawing/2014/main" id="{1D52F23F-B94E-4180-9422-949829EB6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4824" y="320040"/>
            <a:ext cx="265176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>
                <a:solidFill>
                  <a:srgbClr val="1B2340"/>
                </a:solidFill>
              </a:rPr>
              <a:t>❑</a:t>
            </a:r>
          </a:p>
        </p:txBody>
      </p:sp>
      <p:sp>
        <p:nvSpPr>
          <p:cNvPr id="21" name="Shape 17">
            <a:extLst xmlns:a="http://schemas.openxmlformats.org/drawingml/2006/main">
              <a:ext uri="{FF2B5EF4-FFF2-40B4-BE49-F238E27FC236}">
                <a16:creationId xmlns:a16="http://schemas.microsoft.com/office/drawing/2014/main" id="{4C899714-9371-48DA-B099-6BCC5D803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5720" y="320040"/>
            <a:ext cx="265176" cy="2560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6BE"/>
          </a:solidFill>
          <a:ln xmlns:a="http://schemas.openxmlformats.org/drawingml/2006/main" w="9525">
            <a:solidFill>
              <a:srgbClr val="6B6B66"/>
            </a:solidFill>
            <a:prstDash val="solid"/>
          </a:ln>
        </p:spPr>
      </p:sp>
      <p:sp>
        <p:nvSpPr>
          <p:cNvPr id="22" name="Shape 18">
            <a:extLst xmlns:a="http://schemas.openxmlformats.org/drawingml/2006/main">
              <a:ext uri="{FF2B5EF4-FFF2-40B4-BE49-F238E27FC236}">
                <a16:creationId xmlns:a16="http://schemas.microsoft.com/office/drawing/2014/main" id="{E41775D4-2FE8-437B-A175-8EE99E88E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5720" y="320040"/>
            <a:ext cx="265176" cy="274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A"/>
          </a:solidFill>
        </p:spPr>
      </p:sp>
      <p:sp>
        <p:nvSpPr>
          <p:cNvPr id="23" name="Text 19">
            <a:extLst xmlns:a="http://schemas.openxmlformats.org/drawingml/2006/main">
              <a:ext uri="{FF2B5EF4-FFF2-40B4-BE49-F238E27FC236}">
                <a16:creationId xmlns:a16="http://schemas.microsoft.com/office/drawing/2014/main" id="{CD635C84-1537-453F-9776-F1EC9CBB4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5720" y="320040"/>
            <a:ext cx="265176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>
                <a:solidFill>
                  <a:srgbClr val="1B2340"/>
                </a:solidFill>
              </a:rPr>
              <a:t>✕</a:t>
            </a:r>
          </a:p>
        </p:txBody>
      </p:sp>
      <p:sp>
        <p:nvSpPr>
          <p:cNvPr id="24" name="Text 20">
            <a:extLst xmlns:a="http://schemas.openxmlformats.org/drawingml/2006/main">
              <a:ext uri="{FF2B5EF4-FFF2-40B4-BE49-F238E27FC236}">
                <a16:creationId xmlns:a16="http://schemas.microsoft.com/office/drawing/2014/main" id="{17236B1B-8B40-434D-B862-EB793CA3F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286000"/>
            <a:ext cx="12191695" cy="1371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0" b="1">
                <a:solidFill>
                  <a:srgbClr val="1B2340"/>
                </a:solidFill>
                <a:latin typeface="Calibri"/>
                <a:ea typeface="Calibri"/>
                <a:cs typeface="Calibri"/>
              </a:rPr>
              <a:t>수요 → 책임 → 근거 → 조치</a:t>
            </a:r>
          </a:p>
        </p:txBody>
      </p:sp>
      <p:sp>
        <p:nvSpPr>
          <p:cNvPr id="25" name="Text 21">
            <a:extLst xmlns:a="http://schemas.openxmlformats.org/drawingml/2006/main">
              <a:ext uri="{FF2B5EF4-FFF2-40B4-BE49-F238E27FC236}">
                <a16:creationId xmlns:a16="http://schemas.microsoft.com/office/drawing/2014/main" id="{9C6A9FE3-7AE5-468A-82F5-CD8D7C82B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794760"/>
            <a:ext cx="12191695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500">
                <a:solidFill>
                  <a:srgbClr val="1B2340"/>
                </a:solidFill>
                <a:latin typeface="Malgun Gothic"/>
                <a:ea typeface="Malgun Gothic"/>
                <a:cs typeface="Malgun Gothic"/>
              </a:rPr>
              <a:t>더 많은 데이터를 보여주는 것이 아니라, 담당자가 다음 행동을 더 정확히 선택하게 합니다</a:t>
            </a:r>
          </a:p>
        </p:txBody>
      </p:sp>
      <p:sp>
        <p:nvSpPr>
          <p:cNvPr id="26" name="Shape 22">
            <a:extLst xmlns:a="http://schemas.openxmlformats.org/drawingml/2006/main">
              <a:ext uri="{FF2B5EF4-FFF2-40B4-BE49-F238E27FC236}">
                <a16:creationId xmlns:a16="http://schemas.microsoft.com/office/drawing/2014/main" id="{319391D7-EFBA-4727-8DF3-F2E8ADFB7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5512" y="5230368"/>
            <a:ext cx="3008376" cy="6766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FBE6"/>
          </a:solidFill>
          <a:ln xmlns:a="http://schemas.openxmlformats.org/drawingml/2006/main" w="22225">
            <a:solidFill>
              <a:srgbClr val="111111"/>
            </a:solidFill>
            <a:prstDash val="solid"/>
          </a:ln>
          <a:effectLst xmlns:a="http://schemas.openxmlformats.org/drawingml/2006/main">
            <a:outerShdw blurRad="25400" dist="25400" dir="5400000" sx="100000" sy="100000" kx="0" ky="0" algn="bl" rotWithShape="0">
              <a:srgbClr val="444444">
                <a:alpha val="35000"/>
              </a:srgbClr>
            </a:outerShdw>
          </a:effectLst>
        </p:spPr>
      </p:sp>
      <p:sp>
        <p:nvSpPr>
          <p:cNvPr id="27" name="Text 23">
            <a:extLst xmlns:a="http://schemas.openxmlformats.org/drawingml/2006/main">
              <a:ext uri="{FF2B5EF4-FFF2-40B4-BE49-F238E27FC236}">
                <a16:creationId xmlns:a16="http://schemas.microsoft.com/office/drawing/2014/main" id="{7E59429E-D8EA-43F6-8179-488C32E5B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16952" y="5230368"/>
            <a:ext cx="2825496" cy="6766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50" b="1">
                <a:solidFill>
                  <a:srgbClr val="1A2340"/>
                </a:solidFill>
                <a:latin typeface="Malgun Gothic"/>
                <a:ea typeface="Malgun Gothic"/>
                <a:cs typeface="Malgun Gothic"/>
              </a:rPr>
              <a:t>모르는 것은 표시하고, 근거는 연결하며, 결정은 사람이 합니다</a:t>
            </a:r>
          </a:p>
        </p:txBody>
      </p:sp>
      <p:pic>
        <p:nvPicPr>
          <p:cNvPr id="57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e4b465f78ca45a9"/>
          <a:stretch xmlns:a="http://schemas.openxmlformats.org/drawingml/2006/main"/>
        </p:blipFill>
        <p:spPr>
          <a:xfrm xmlns:a="http://schemas.openxmlformats.org/drawingml/2006/main">
            <a:off x="362346" y="4686300"/>
            <a:ext cx="1304132" cy="16192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5802432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0E807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B5456CDC-DB89-4717-8375-7C6E46AF8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00800"/>
            <a:ext cx="1219169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6BE"/>
          </a:solidFill>
        </p:spPr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3BA56DE2-54C6-4C69-8382-2730E121D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00800"/>
            <a:ext cx="12191695" cy="320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A"/>
          </a:solidFill>
        </p:spPr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8C96557E-8967-4DE1-BDE3-FD51B6F11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16" y="6483096"/>
            <a:ext cx="1051560" cy="2926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6BE"/>
          </a:solidFill>
          <a:ln xmlns:a="http://schemas.openxmlformats.org/drawingml/2006/main" w="12700">
            <a:solidFill>
              <a:srgbClr val="6B6B66"/>
            </a:solidFill>
            <a:prstDash val="solid"/>
          </a:ln>
        </p:spPr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1F658C7C-1AAC-435D-8845-AAE2D5BD4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16" y="6483096"/>
            <a:ext cx="1051560" cy="274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A"/>
          </a:solidFill>
        </p:spPr>
      </p:sp>
      <p:pic>
        <p:nvPicPr>
          <p:cNvPr id="56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24504d746ba44d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01168" y="6510528"/>
            <a:ext cx="237744" cy="237744"/>
          </a:xfrm>
          <a:prstGeom xmlns:a="http://schemas.openxmlformats.org/drawingml/2006/main" prst="rect">
            <a:avLst/>
          </a:prstGeom>
        </p:spPr>
      </p:pic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62582327-9CD4-4017-ADDF-A1465880D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3096"/>
            <a:ext cx="6858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1B2340"/>
                </a:solidFill>
                <a:latin typeface="Malgun Gothic"/>
                <a:ea typeface="Malgun Gothic"/>
                <a:cs typeface="Malgun Gothic"/>
              </a:rPr>
              <a:t>시작</a:t>
            </a:r>
          </a:p>
        </p:txBody>
      </p:sp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2AD45906-AACC-465A-9973-69AA1D251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1360" y="6492240"/>
            <a:ext cx="1170432" cy="2743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6CE"/>
          </a:solidFill>
          <a:ln xmlns:a="http://schemas.openxmlformats.org/drawingml/2006/main" w="9525">
            <a:solidFill>
              <a:srgbClr val="6B6B66"/>
            </a:solidFill>
            <a:prstDash val="solid"/>
          </a:ln>
        </p:spPr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42980519-33C0-4975-AAFE-3D5FC6CF5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1360" y="6492240"/>
            <a:ext cx="1170432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>
                <a:solidFill>
                  <a:srgbClr val="1B2340"/>
                </a:solidFill>
                <a:latin typeface="Calibri"/>
                <a:ea typeface="Calibri"/>
                <a:cs typeface="Calibri"/>
              </a:rPr>
              <a:t>UKKKK.exe</a:t>
            </a:r>
          </a:p>
        </p:txBody>
      </p:sp>
      <p:sp>
        <p:nvSpPr>
          <p:cNvPr id="10" name="Shape 7">
            <a:extLst xmlns:a="http://schemas.openxmlformats.org/drawingml/2006/main">
              <a:ext uri="{FF2B5EF4-FFF2-40B4-BE49-F238E27FC236}">
                <a16:creationId xmlns:a16="http://schemas.microsoft.com/office/drawing/2014/main" id="{4F556BF4-7389-4B72-B8A0-EEA16F5B5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896" y="219456"/>
            <a:ext cx="11567160" cy="59984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2225">
            <a:solidFill>
              <a:srgbClr val="1B2340"/>
            </a:solidFill>
            <a:prstDash val="solid"/>
          </a:ln>
          <a:effectLst xmlns:a="http://schemas.openxmlformats.org/drawingml/2006/main">
            <a:outerShdw blurRad="88900" dist="50800" dir="5400000" sx="100000" sy="100000" kx="0" ky="0" algn="bl" rotWithShape="0">
              <a:srgbClr val="05433D">
                <a:alpha val="40000"/>
              </a:srgbClr>
            </a:outerShdw>
          </a:effectLst>
        </p:spPr>
      </p:sp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43544330-6ACC-4366-BA70-7EE2C3AC7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328" y="246888"/>
            <a:ext cx="11512296" cy="228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</p:sp>
      <p:sp>
        <p:nvSpPr>
          <p:cNvPr id="12" name="Shape 9">
            <a:extLst xmlns:a="http://schemas.openxmlformats.org/drawingml/2006/main">
              <a:ext uri="{FF2B5EF4-FFF2-40B4-BE49-F238E27FC236}">
                <a16:creationId xmlns:a16="http://schemas.microsoft.com/office/drawing/2014/main" id="{3CDFA4A4-EAAF-4F6C-BF39-23413A8D6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896" y="219456"/>
            <a:ext cx="1156716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4ABF"/>
          </a:solidFill>
        </p:spPr>
      </p:sp>
      <p:pic>
        <p:nvPicPr>
          <p:cNvPr id="63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24504d746ba44d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38912" y="292608"/>
            <a:ext cx="310896" cy="310896"/>
          </a:xfrm>
          <a:prstGeom xmlns:a="http://schemas.openxmlformats.org/drawingml/2006/main" prst="rect">
            <a:avLst/>
          </a:prstGeom>
        </p:spPr>
      </p:pic>
      <p:sp>
        <p:nvSpPr>
          <p:cNvPr id="14" name="Text 10">
            <a:extLst xmlns:a="http://schemas.openxmlformats.org/drawingml/2006/main">
              <a:ext uri="{FF2B5EF4-FFF2-40B4-BE49-F238E27FC236}">
                <a16:creationId xmlns:a16="http://schemas.microsoft.com/office/drawing/2014/main" id="{995FAA8C-5B1E-4F74-A576-8FDAFD562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219456"/>
            <a:ext cx="932688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새싹이 오피스 길잡이   —   APPENDIX A · 데이터·모델</a:t>
            </a:r>
          </a:p>
        </p:txBody>
      </p:sp>
      <p:sp>
        <p:nvSpPr>
          <p:cNvPr id="15" name="Shape 11">
            <a:extLst xmlns:a="http://schemas.openxmlformats.org/drawingml/2006/main">
              <a:ext uri="{FF2B5EF4-FFF2-40B4-BE49-F238E27FC236}">
                <a16:creationId xmlns:a16="http://schemas.microsoft.com/office/drawing/2014/main" id="{4B2B36C4-BE5F-45EB-9F39-24BD651CF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3928" y="320040"/>
            <a:ext cx="265176" cy="2560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6BE"/>
          </a:solidFill>
          <a:ln xmlns:a="http://schemas.openxmlformats.org/drawingml/2006/main" w="9525">
            <a:solidFill>
              <a:srgbClr val="6B6B66"/>
            </a:solidFill>
            <a:prstDash val="solid"/>
          </a:ln>
        </p:spPr>
      </p:sp>
      <p:sp>
        <p:nvSpPr>
          <p:cNvPr id="16" name="Shape 12">
            <a:extLst xmlns:a="http://schemas.openxmlformats.org/drawingml/2006/main">
              <a:ext uri="{FF2B5EF4-FFF2-40B4-BE49-F238E27FC236}">
                <a16:creationId xmlns:a16="http://schemas.microsoft.com/office/drawing/2014/main" id="{A8C62F1D-58EC-47AC-A345-ABD726955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3928" y="320040"/>
            <a:ext cx="265176" cy="274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A"/>
          </a:solidFill>
        </p:spPr>
      </p:sp>
      <p:sp>
        <p:nvSpPr>
          <p:cNvPr id="17" name="Text 13">
            <a:extLst xmlns:a="http://schemas.openxmlformats.org/drawingml/2006/main">
              <a:ext uri="{FF2B5EF4-FFF2-40B4-BE49-F238E27FC236}">
                <a16:creationId xmlns:a16="http://schemas.microsoft.com/office/drawing/2014/main" id="{B41529D3-D072-4EAE-ADDC-C81ECB9CB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3928" y="320040"/>
            <a:ext cx="265176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>
                <a:solidFill>
                  <a:srgbClr val="1B2340"/>
                </a:solidFill>
              </a:rPr>
              <a:t>_</a:t>
            </a:r>
          </a:p>
        </p:txBody>
      </p:sp>
      <p:sp>
        <p:nvSpPr>
          <p:cNvPr id="18" name="Shape 14">
            <a:extLst xmlns:a="http://schemas.openxmlformats.org/drawingml/2006/main">
              <a:ext uri="{FF2B5EF4-FFF2-40B4-BE49-F238E27FC236}">
                <a16:creationId xmlns:a16="http://schemas.microsoft.com/office/drawing/2014/main" id="{D517BE0B-2727-4F1D-8618-0EF687DB9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4824" y="320040"/>
            <a:ext cx="265176" cy="2560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6BE"/>
          </a:solidFill>
          <a:ln xmlns:a="http://schemas.openxmlformats.org/drawingml/2006/main" w="9525">
            <a:solidFill>
              <a:srgbClr val="6B6B66"/>
            </a:solidFill>
            <a:prstDash val="solid"/>
          </a:ln>
        </p:spPr>
      </p:sp>
      <p:sp>
        <p:nvSpPr>
          <p:cNvPr id="19" name="Shape 15">
            <a:extLst xmlns:a="http://schemas.openxmlformats.org/drawingml/2006/main">
              <a:ext uri="{FF2B5EF4-FFF2-40B4-BE49-F238E27FC236}">
                <a16:creationId xmlns:a16="http://schemas.microsoft.com/office/drawing/2014/main" id="{E9448854-F798-4B3E-A9E4-E1B29F7C1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4824" y="320040"/>
            <a:ext cx="265176" cy="274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A"/>
          </a:solidFill>
        </p:spPr>
      </p:sp>
      <p:sp>
        <p:nvSpPr>
          <p:cNvPr id="20" name="Text 16">
            <a:extLst xmlns:a="http://schemas.openxmlformats.org/drawingml/2006/main">
              <a:ext uri="{FF2B5EF4-FFF2-40B4-BE49-F238E27FC236}">
                <a16:creationId xmlns:a16="http://schemas.microsoft.com/office/drawing/2014/main" id="{615693E6-2F73-4646-9020-65BED9C94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4824" y="320040"/>
            <a:ext cx="265176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>
                <a:solidFill>
                  <a:srgbClr val="1B2340"/>
                </a:solidFill>
              </a:rPr>
              <a:t>❑</a:t>
            </a:r>
          </a:p>
        </p:txBody>
      </p:sp>
      <p:sp>
        <p:nvSpPr>
          <p:cNvPr id="21" name="Shape 17">
            <a:extLst xmlns:a="http://schemas.openxmlformats.org/drawingml/2006/main">
              <a:ext uri="{FF2B5EF4-FFF2-40B4-BE49-F238E27FC236}">
                <a16:creationId xmlns:a16="http://schemas.microsoft.com/office/drawing/2014/main" id="{094549DF-8F8D-4CE4-A6EE-ABF7B88AB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5720" y="320040"/>
            <a:ext cx="265176" cy="2560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6BE"/>
          </a:solidFill>
          <a:ln xmlns:a="http://schemas.openxmlformats.org/drawingml/2006/main" w="9525">
            <a:solidFill>
              <a:srgbClr val="6B6B66"/>
            </a:solidFill>
            <a:prstDash val="solid"/>
          </a:ln>
        </p:spPr>
      </p:sp>
      <p:sp>
        <p:nvSpPr>
          <p:cNvPr id="22" name="Shape 18">
            <a:extLst xmlns:a="http://schemas.openxmlformats.org/drawingml/2006/main">
              <a:ext uri="{FF2B5EF4-FFF2-40B4-BE49-F238E27FC236}">
                <a16:creationId xmlns:a16="http://schemas.microsoft.com/office/drawing/2014/main" id="{B64A99AC-2318-4249-9D2B-AA1BA87EA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5720" y="320040"/>
            <a:ext cx="265176" cy="274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A"/>
          </a:solidFill>
        </p:spPr>
      </p:sp>
      <p:sp>
        <p:nvSpPr>
          <p:cNvPr id="23" name="Text 19">
            <a:extLst xmlns:a="http://schemas.openxmlformats.org/drawingml/2006/main">
              <a:ext uri="{FF2B5EF4-FFF2-40B4-BE49-F238E27FC236}">
                <a16:creationId xmlns:a16="http://schemas.microsoft.com/office/drawing/2014/main" id="{2157A890-0F8F-4BF5-910D-411B174E8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5720" y="320040"/>
            <a:ext cx="265176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>
                <a:solidFill>
                  <a:srgbClr val="1B2340"/>
                </a:solidFill>
              </a:rPr>
              <a:t>✕</a:t>
            </a:r>
          </a:p>
        </p:txBody>
      </p:sp>
      <p:sp>
        <p:nvSpPr>
          <p:cNvPr id="24" name="Text 20">
            <a:extLst xmlns:a="http://schemas.openxmlformats.org/drawingml/2006/main">
              <a:ext uri="{FF2B5EF4-FFF2-40B4-BE49-F238E27FC236}">
                <a16:creationId xmlns:a16="http://schemas.microsoft.com/office/drawing/2014/main" id="{C8D5F0E6-1A37-44B2-AC43-1CA1737B0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051560"/>
            <a:ext cx="12191695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b="1">
                <a:solidFill>
                  <a:srgbClr val="7C5CE0"/>
                </a:solidFill>
                <a:latin typeface="Malgun Gothic"/>
                <a:ea typeface="Malgun Gothic"/>
                <a:cs typeface="Malgun Gothic"/>
              </a:rPr>
              <a:t>DATA &amp; MODEL · 재현성과 한계</a:t>
            </a:r>
          </a:p>
        </p:txBody>
      </p:sp>
      <p:sp>
        <p:nvSpPr>
          <p:cNvPr id="25" name="Text 21">
            <a:extLst xmlns:a="http://schemas.openxmlformats.org/drawingml/2006/main">
              <a:ext uri="{FF2B5EF4-FFF2-40B4-BE49-F238E27FC236}">
                <a16:creationId xmlns:a16="http://schemas.microsoft.com/office/drawing/2014/main" id="{C7C26C48-FFE7-47F9-93F5-A8CFCF159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371600"/>
            <a:ext cx="11091672" cy="1005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08000"/>
              </a:lnSpc>
              <a:buNone/>
            </a:pPr>
            <a:r>
              <a:rPr sz="2800" b="1">
                <a:solidFill>
                  <a:srgbClr val="1B2340"/>
                </a:solidFill>
                <a:latin typeface="Malgun Gothic"/>
                <a:ea typeface="Malgun Gothic"/>
                <a:cs typeface="Malgun Gothic"/>
              </a:rPr>
              <a:t>통합 스키마와 분석 결과 정의</a:t>
            </a:r>
          </a:p>
        </p:txBody>
      </p:sp>
      <p:sp>
        <p:nvSpPr>
          <p:cNvPr id="26" name="Text 22">
            <a:extLst xmlns:a="http://schemas.openxmlformats.org/drawingml/2006/main">
              <a:ext uri="{FF2B5EF4-FFF2-40B4-BE49-F238E27FC236}">
                <a16:creationId xmlns:a16="http://schemas.microsoft.com/office/drawing/2014/main" id="{7B2C155C-D545-470D-B1E0-3568845AD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" y="2514600"/>
            <a:ext cx="457200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C77D00"/>
                </a:solidFill>
                <a:latin typeface="Calibri"/>
                <a:ea typeface="Calibri"/>
                <a:cs typeface="Calibri"/>
              </a:rPr>
              <a:t>1</a:t>
            </a:r>
          </a:p>
        </p:txBody>
      </p:sp>
      <p:sp>
        <p:nvSpPr>
          <p:cNvPr id="27" name="Text 23">
            <a:extLst xmlns:a="http://schemas.openxmlformats.org/drawingml/2006/main">
              <a:ext uri="{FF2B5EF4-FFF2-40B4-BE49-F238E27FC236}">
                <a16:creationId xmlns:a16="http://schemas.microsoft.com/office/drawing/2014/main" id="{04C2E2DA-9F42-420B-BEA0-6BE31AC53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1640" y="2514600"/>
            <a:ext cx="4206240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50">
                <a:solidFill>
                  <a:srgbClr val="1B2340"/>
                </a:solidFill>
                <a:latin typeface="Malgun Gothic"/>
                <a:ea typeface="Malgun Gothic"/>
                <a:cs typeface="Malgun Gothic"/>
              </a:rPr>
              <a:t>입력 피처</a:t>
            </a:r>
          </a:p>
        </p:txBody>
      </p:sp>
      <p:sp>
        <p:nvSpPr>
          <p:cNvPr id="28" name="Text 24">
            <a:extLst xmlns:a="http://schemas.openxmlformats.org/drawingml/2006/main">
              <a:ext uri="{FF2B5EF4-FFF2-40B4-BE49-F238E27FC236}">
                <a16:creationId xmlns:a16="http://schemas.microsoft.com/office/drawing/2014/main" id="{A46BE384-2EEA-48F0-A853-9E9A2A74E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2514600"/>
            <a:ext cx="5029200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3558D6"/>
                </a:solidFill>
                <a:latin typeface="Calibri"/>
                <a:ea typeface="Calibri"/>
                <a:cs typeface="Calibri"/>
              </a:rPr>
              <a:t>건수·공감·댓글·답변·날짜·본문·지역·정책/뉴스/통계</a:t>
            </a:r>
          </a:p>
        </p:txBody>
      </p:sp>
      <p:sp>
        <p:nvSpPr>
          <p:cNvPr id="29" name="Shape 25">
            <a:extLst xmlns:a="http://schemas.openxmlformats.org/drawingml/2006/main">
              <a:ext uri="{FF2B5EF4-FFF2-40B4-BE49-F238E27FC236}">
                <a16:creationId xmlns:a16="http://schemas.microsoft.com/office/drawing/2014/main" id="{55F7B87E-D265-48EB-AFC7-4844AC3C7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" y="3008376"/>
            <a:ext cx="978408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AF0FF"/>
            </a:solidFill>
            <a:prstDash val="solid"/>
          </a:ln>
        </p:spPr>
      </p:sp>
      <p:sp>
        <p:nvSpPr>
          <p:cNvPr id="30" name="Text 26">
            <a:extLst xmlns:a="http://schemas.openxmlformats.org/drawingml/2006/main">
              <a:ext uri="{FF2B5EF4-FFF2-40B4-BE49-F238E27FC236}">
                <a16:creationId xmlns:a16="http://schemas.microsoft.com/office/drawing/2014/main" id="{4AD37972-35E0-421B-B4E2-375A1F97F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" y="3081528"/>
            <a:ext cx="457200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C77D00"/>
                </a:solidFill>
                <a:latin typeface="Calibri"/>
                <a:ea typeface="Calibri"/>
                <a:cs typeface="Calibri"/>
              </a:rPr>
              <a:t>2</a:t>
            </a:r>
          </a:p>
        </p:txBody>
      </p:sp>
      <p:sp>
        <p:nvSpPr>
          <p:cNvPr id="31" name="Text 27">
            <a:extLst xmlns:a="http://schemas.openxmlformats.org/drawingml/2006/main">
              <a:ext uri="{FF2B5EF4-FFF2-40B4-BE49-F238E27FC236}">
                <a16:creationId xmlns:a16="http://schemas.microsoft.com/office/drawing/2014/main" id="{7D04B64D-2AAA-41D2-A0C7-D35BA2DA2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1640" y="3081528"/>
            <a:ext cx="4206240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50">
                <a:solidFill>
                  <a:srgbClr val="1B2340"/>
                </a:solidFill>
                <a:latin typeface="Malgun Gothic"/>
                <a:ea typeface="Malgun Gothic"/>
                <a:cs typeface="Malgun Gothic"/>
              </a:rPr>
              <a:t>분류·군집</a:t>
            </a:r>
          </a:p>
        </p:txBody>
      </p:sp>
      <p:sp>
        <p:nvSpPr>
          <p:cNvPr id="32" name="Text 28">
            <a:extLst xmlns:a="http://schemas.openxmlformats.org/drawingml/2006/main">
              <a:ext uri="{FF2B5EF4-FFF2-40B4-BE49-F238E27FC236}">
                <a16:creationId xmlns:a16="http://schemas.microsoft.com/office/drawing/2014/main" id="{C720B9B3-DAC6-44EA-A498-EDBDDD69D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3081528"/>
            <a:ext cx="5029200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3558D6"/>
                </a:solidFill>
                <a:latin typeface="Calibri"/>
                <a:ea typeface="Calibri"/>
                <a:cs typeface="Calibri"/>
              </a:rPr>
              <a:t>8대 대분류→중·소분류 / 전체 57개 문제 군집</a:t>
            </a:r>
          </a:p>
        </p:txBody>
      </p:sp>
      <p:sp>
        <p:nvSpPr>
          <p:cNvPr id="33" name="Shape 29">
            <a:extLst xmlns:a="http://schemas.openxmlformats.org/drawingml/2006/main">
              <a:ext uri="{FF2B5EF4-FFF2-40B4-BE49-F238E27FC236}">
                <a16:creationId xmlns:a16="http://schemas.microsoft.com/office/drawing/2014/main" id="{DC6DCB87-0749-4BDD-9D8C-DB067BAAE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" y="3575304"/>
            <a:ext cx="978408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AF0FF"/>
            </a:solidFill>
            <a:prstDash val="solid"/>
          </a:ln>
        </p:spPr>
      </p:sp>
      <p:sp>
        <p:nvSpPr>
          <p:cNvPr id="34" name="Text 30">
            <a:extLst xmlns:a="http://schemas.openxmlformats.org/drawingml/2006/main">
              <a:ext uri="{FF2B5EF4-FFF2-40B4-BE49-F238E27FC236}">
                <a16:creationId xmlns:a16="http://schemas.microsoft.com/office/drawing/2014/main" id="{7F80AE9D-D0DB-4A92-B682-91EE5087D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" y="3648456"/>
            <a:ext cx="457200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C77D00"/>
                </a:solidFill>
                <a:latin typeface="Calibri"/>
                <a:ea typeface="Calibri"/>
                <a:cs typeface="Calibri"/>
              </a:rPr>
              <a:t>3</a:t>
            </a:r>
          </a:p>
        </p:txBody>
      </p:sp>
      <p:sp>
        <p:nvSpPr>
          <p:cNvPr id="35" name="Text 31">
            <a:extLst xmlns:a="http://schemas.openxmlformats.org/drawingml/2006/main">
              <a:ext uri="{FF2B5EF4-FFF2-40B4-BE49-F238E27FC236}">
                <a16:creationId xmlns:a16="http://schemas.microsoft.com/office/drawing/2014/main" id="{70739ED0-CED6-416A-844B-B4EE7CE7C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1640" y="3648456"/>
            <a:ext cx="4206240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50">
                <a:solidFill>
                  <a:srgbClr val="1B2340"/>
                </a:solidFill>
                <a:latin typeface="Malgun Gothic"/>
                <a:ea typeface="Malgun Gothic"/>
                <a:cs typeface="Malgun Gothic"/>
              </a:rPr>
              <a:t>Gap 결과</a:t>
            </a:r>
          </a:p>
        </p:txBody>
      </p:sp>
      <p:sp>
        <p:nvSpPr>
          <p:cNvPr id="36" name="Text 32">
            <a:extLst xmlns:a="http://schemas.openxmlformats.org/drawingml/2006/main">
              <a:ext uri="{FF2B5EF4-FFF2-40B4-BE49-F238E27FC236}">
                <a16:creationId xmlns:a16="http://schemas.microsoft.com/office/drawing/2014/main" id="{9DC5FB55-0795-483C-8338-BC310EB44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3648456"/>
            <a:ext cx="5029200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3558D6"/>
                </a:solidFill>
                <a:latin typeface="Calibri"/>
                <a:ea typeface="Calibri"/>
                <a:cs typeface="Calibri"/>
              </a:rPr>
              <a:t>수요·공백·시급성·실행성·근거 신뢰도</a:t>
            </a:r>
          </a:p>
        </p:txBody>
      </p:sp>
      <p:sp>
        <p:nvSpPr>
          <p:cNvPr id="37" name="Shape 33">
            <a:extLst xmlns:a="http://schemas.openxmlformats.org/drawingml/2006/main">
              <a:ext uri="{FF2B5EF4-FFF2-40B4-BE49-F238E27FC236}">
                <a16:creationId xmlns:a16="http://schemas.microsoft.com/office/drawing/2014/main" id="{56A17034-3FDE-4D00-8636-F092A26C3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" y="4142232"/>
            <a:ext cx="978408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AF0FF"/>
            </a:solidFill>
            <a:prstDash val="solid"/>
          </a:ln>
        </p:spPr>
      </p:sp>
      <p:sp>
        <p:nvSpPr>
          <p:cNvPr id="38" name="Text 34">
            <a:extLst xmlns:a="http://schemas.openxmlformats.org/drawingml/2006/main">
              <a:ext uri="{FF2B5EF4-FFF2-40B4-BE49-F238E27FC236}">
                <a16:creationId xmlns:a16="http://schemas.microsoft.com/office/drawing/2014/main" id="{BE12A197-64D3-4D68-8823-9332CD2BC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" y="4215384"/>
            <a:ext cx="457200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C77D00"/>
                </a:solidFill>
                <a:latin typeface="Calibri"/>
                <a:ea typeface="Calibri"/>
                <a:cs typeface="Calibri"/>
              </a:rPr>
              <a:t>4</a:t>
            </a:r>
          </a:p>
        </p:txBody>
      </p:sp>
      <p:sp>
        <p:nvSpPr>
          <p:cNvPr id="39" name="Text 35">
            <a:extLst xmlns:a="http://schemas.openxmlformats.org/drawingml/2006/main">
              <a:ext uri="{FF2B5EF4-FFF2-40B4-BE49-F238E27FC236}">
                <a16:creationId xmlns:a16="http://schemas.microsoft.com/office/drawing/2014/main" id="{FE126BFF-B00F-4FD1-8637-ADACF82D1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1640" y="4215384"/>
            <a:ext cx="4206240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50">
                <a:solidFill>
                  <a:srgbClr val="1B2340"/>
                </a:solidFill>
                <a:latin typeface="Malgun Gothic"/>
                <a:ea typeface="Malgun Gothic"/>
                <a:cs typeface="Malgun Gothic"/>
              </a:rPr>
              <a:t>R&amp;R 결과</a:t>
            </a:r>
          </a:p>
        </p:txBody>
      </p:sp>
      <p:sp>
        <p:nvSpPr>
          <p:cNvPr id="40" name="Text 36">
            <a:extLst xmlns:a="http://schemas.openxmlformats.org/drawingml/2006/main">
              <a:ext uri="{FF2B5EF4-FFF2-40B4-BE49-F238E27FC236}">
                <a16:creationId xmlns:a16="http://schemas.microsoft.com/office/drawing/2014/main" id="{29C6F7C8-3F94-49B1-93AE-17770F03C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4215384"/>
            <a:ext cx="5029200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3558D6"/>
                </a:solidFill>
                <a:latin typeface="Calibri"/>
                <a:ea typeface="Calibri"/>
                <a:cs typeface="Calibri"/>
              </a:rPr>
              <a:t>실제 업무분장 기반 주관 1순위·협조 2·3순위 후보</a:t>
            </a:r>
          </a:p>
        </p:txBody>
      </p:sp>
      <p:sp>
        <p:nvSpPr>
          <p:cNvPr id="41" name="Shape 37">
            <a:extLst xmlns:a="http://schemas.openxmlformats.org/drawingml/2006/main">
              <a:ext uri="{FF2B5EF4-FFF2-40B4-BE49-F238E27FC236}">
                <a16:creationId xmlns:a16="http://schemas.microsoft.com/office/drawing/2014/main" id="{ECC18854-3364-48FF-937E-E2F679571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" y="4709160"/>
            <a:ext cx="978408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AF0FF"/>
            </a:solidFill>
            <a:prstDash val="solid"/>
          </a:ln>
        </p:spPr>
      </p:sp>
      <p:sp>
        <p:nvSpPr>
          <p:cNvPr id="42" name="Text 38">
            <a:extLst xmlns:a="http://schemas.openxmlformats.org/drawingml/2006/main">
              <a:ext uri="{FF2B5EF4-FFF2-40B4-BE49-F238E27FC236}">
                <a16:creationId xmlns:a16="http://schemas.microsoft.com/office/drawing/2014/main" id="{F0B13506-7511-445C-BFD6-3FF73FE0F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" y="4782312"/>
            <a:ext cx="457200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C77D00"/>
                </a:solidFill>
                <a:latin typeface="Calibri"/>
                <a:ea typeface="Calibri"/>
                <a:cs typeface="Calibri"/>
              </a:rPr>
              <a:t>5</a:t>
            </a:r>
          </a:p>
        </p:txBody>
      </p:sp>
      <p:sp>
        <p:nvSpPr>
          <p:cNvPr id="43" name="Text 39">
            <a:extLst xmlns:a="http://schemas.openxmlformats.org/drawingml/2006/main">
              <a:ext uri="{FF2B5EF4-FFF2-40B4-BE49-F238E27FC236}">
                <a16:creationId xmlns:a16="http://schemas.microsoft.com/office/drawing/2014/main" id="{D7AEB1C1-40E0-4AEB-9361-A156B9352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1640" y="4782312"/>
            <a:ext cx="4206240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50">
                <a:solidFill>
                  <a:srgbClr val="1B2340"/>
                </a:solidFill>
                <a:latin typeface="Malgun Gothic"/>
                <a:ea typeface="Malgun Gothic"/>
                <a:cs typeface="Malgun Gothic"/>
              </a:rPr>
              <a:t>최종 결정</a:t>
            </a:r>
          </a:p>
        </p:txBody>
      </p:sp>
      <p:sp>
        <p:nvSpPr>
          <p:cNvPr id="44" name="Text 40">
            <a:extLst xmlns:a="http://schemas.openxmlformats.org/drawingml/2006/main">
              <a:ext uri="{FF2B5EF4-FFF2-40B4-BE49-F238E27FC236}">
                <a16:creationId xmlns:a16="http://schemas.microsoft.com/office/drawing/2014/main" id="{843397BE-3419-4860-A8AF-18F669528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4782312"/>
            <a:ext cx="5029200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3558D6"/>
                </a:solidFill>
                <a:latin typeface="Calibri"/>
                <a:ea typeface="Calibri"/>
                <a:cs typeface="Calibri"/>
              </a:rPr>
              <a:t>담당자가 원문과 근거를 대조해 수정·승인·반려</a:t>
            </a:r>
          </a:p>
        </p:txBody>
      </p:sp>
      <p:sp>
        <p:nvSpPr>
          <p:cNvPr id="45" name="Shape 41">
            <a:extLst xmlns:a="http://schemas.openxmlformats.org/drawingml/2006/main">
              <a:ext uri="{FF2B5EF4-FFF2-40B4-BE49-F238E27FC236}">
                <a16:creationId xmlns:a16="http://schemas.microsoft.com/office/drawing/2014/main" id="{72462C4C-B015-41EB-AECE-548374F58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" y="5276088"/>
            <a:ext cx="978408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AF0FF"/>
            </a:solidFill>
            <a:prstDash val="solid"/>
          </a:ln>
        </p:spPr>
      </p:sp>
      <p:sp>
        <p:nvSpPr>
          <p:cNvPr id="46" name="Text 42">
            <a:extLst xmlns:a="http://schemas.openxmlformats.org/drawingml/2006/main">
              <a:ext uri="{FF2B5EF4-FFF2-40B4-BE49-F238E27FC236}">
                <a16:creationId xmlns:a16="http://schemas.microsoft.com/office/drawing/2014/main" id="{CC917FD3-6836-418B-B99C-E34649A04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" y="5349240"/>
            <a:ext cx="457200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C77D00"/>
                </a:solidFill>
                <a:latin typeface="Calibri"/>
                <a:ea typeface="Calibri"/>
                <a:cs typeface="Calibri"/>
              </a:rPr>
              <a:t>6</a:t>
            </a:r>
          </a:p>
        </p:txBody>
      </p:sp>
      <p:sp>
        <p:nvSpPr>
          <p:cNvPr id="47" name="Text 43">
            <a:extLst xmlns:a="http://schemas.openxmlformats.org/drawingml/2006/main">
              <a:ext uri="{FF2B5EF4-FFF2-40B4-BE49-F238E27FC236}">
                <a16:creationId xmlns:a16="http://schemas.microsoft.com/office/drawing/2014/main" id="{BCDE62F1-DB64-4722-89A9-C04B0146B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1640" y="5349240"/>
            <a:ext cx="4206240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50">
                <a:solidFill>
                  <a:srgbClr val="1B2340"/>
                </a:solidFill>
                <a:latin typeface="Malgun Gothic"/>
                <a:ea typeface="Malgun Gothic"/>
                <a:cs typeface="Malgun Gothic"/>
              </a:rPr>
              <a:t>후속 검증</a:t>
            </a:r>
          </a:p>
        </p:txBody>
      </p:sp>
      <p:sp>
        <p:nvSpPr>
          <p:cNvPr id="48" name="Text 44">
            <a:extLst xmlns:a="http://schemas.openxmlformats.org/drawingml/2006/main">
              <a:ext uri="{FF2B5EF4-FFF2-40B4-BE49-F238E27FC236}">
                <a16:creationId xmlns:a16="http://schemas.microsoft.com/office/drawing/2014/main" id="{4AFA8B1B-16F1-411A-9B3C-13E13BFC1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5349240"/>
            <a:ext cx="5029200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3558D6"/>
                </a:solidFill>
                <a:latin typeface="Calibri"/>
                <a:ea typeface="Calibri"/>
                <a:cs typeface="Calibri"/>
              </a:rPr>
              <a:t>군집 안정성·R&amp;R 수용률·임계값 민감도·보고서 수정률</a:t>
            </a:r>
          </a:p>
        </p:txBody>
      </p:sp>
      <p:sp>
        <p:nvSpPr>
          <p:cNvPr id="49" name="Shape 45">
            <a:extLst xmlns:a="http://schemas.openxmlformats.org/drawingml/2006/main">
              <a:ext uri="{FF2B5EF4-FFF2-40B4-BE49-F238E27FC236}">
                <a16:creationId xmlns:a16="http://schemas.microsoft.com/office/drawing/2014/main" id="{2A15DDA8-B758-4E13-9269-2B33E1954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" y="5843016"/>
            <a:ext cx="978408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AF0FF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591009332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0E807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B5456CDC-DB89-4717-8375-7C6E46AF8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00800"/>
            <a:ext cx="1219169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6BE"/>
          </a:solidFill>
        </p:spPr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3BA56DE2-54C6-4C69-8382-2730E121D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00800"/>
            <a:ext cx="12191695" cy="320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A"/>
          </a:solidFill>
        </p:spPr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8C96557E-8967-4DE1-BDE3-FD51B6F11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16" y="6483096"/>
            <a:ext cx="1051560" cy="2926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6BE"/>
          </a:solidFill>
          <a:ln xmlns:a="http://schemas.openxmlformats.org/drawingml/2006/main" w="12700">
            <a:solidFill>
              <a:srgbClr val="6B6B66"/>
            </a:solidFill>
            <a:prstDash val="solid"/>
          </a:ln>
        </p:spPr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1F658C7C-1AAC-435D-8845-AAE2D5BD4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16" y="6483096"/>
            <a:ext cx="1051560" cy="274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A"/>
          </a:solidFill>
        </p:spPr>
      </p:sp>
      <p:pic>
        <p:nvPicPr>
          <p:cNvPr id="56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1ce8b5380434eb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01168" y="6510528"/>
            <a:ext cx="237744" cy="237744"/>
          </a:xfrm>
          <a:prstGeom xmlns:a="http://schemas.openxmlformats.org/drawingml/2006/main" prst="rect">
            <a:avLst/>
          </a:prstGeom>
        </p:spPr>
      </p:pic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62582327-9CD4-4017-ADDF-A1465880D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3096"/>
            <a:ext cx="6858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1B2340"/>
                </a:solidFill>
                <a:latin typeface="Malgun Gothic"/>
                <a:ea typeface="Malgun Gothic"/>
                <a:cs typeface="Malgun Gothic"/>
              </a:rPr>
              <a:t>시작</a:t>
            </a:r>
          </a:p>
        </p:txBody>
      </p:sp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2AD45906-AACC-465A-9973-69AA1D251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1360" y="6492240"/>
            <a:ext cx="1170432" cy="2743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6CE"/>
          </a:solidFill>
          <a:ln xmlns:a="http://schemas.openxmlformats.org/drawingml/2006/main" w="9525">
            <a:solidFill>
              <a:srgbClr val="6B6B66"/>
            </a:solidFill>
            <a:prstDash val="solid"/>
          </a:ln>
        </p:spPr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42980519-33C0-4975-AAFE-3D5FC6CF5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1360" y="6492240"/>
            <a:ext cx="1170432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>
                <a:solidFill>
                  <a:srgbClr val="1B2340"/>
                </a:solidFill>
                <a:latin typeface="Calibri"/>
                <a:ea typeface="Calibri"/>
                <a:cs typeface="Calibri"/>
              </a:rPr>
              <a:t>UKKKK.exe</a:t>
            </a:r>
          </a:p>
        </p:txBody>
      </p:sp>
      <p:sp>
        <p:nvSpPr>
          <p:cNvPr id="10" name="Shape 7">
            <a:extLst xmlns:a="http://schemas.openxmlformats.org/drawingml/2006/main">
              <a:ext uri="{FF2B5EF4-FFF2-40B4-BE49-F238E27FC236}">
                <a16:creationId xmlns:a16="http://schemas.microsoft.com/office/drawing/2014/main" id="{4F556BF4-7389-4B72-B8A0-EEA16F5B5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896" y="219456"/>
            <a:ext cx="11567160" cy="59984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2225">
            <a:solidFill>
              <a:srgbClr val="1B2340"/>
            </a:solidFill>
            <a:prstDash val="solid"/>
          </a:ln>
          <a:effectLst xmlns:a="http://schemas.openxmlformats.org/drawingml/2006/main">
            <a:outerShdw blurRad="88900" dist="50800" dir="5400000" sx="100000" sy="100000" kx="0" ky="0" algn="bl" rotWithShape="0">
              <a:srgbClr val="05433D">
                <a:alpha val="40000"/>
              </a:srgbClr>
            </a:outerShdw>
          </a:effectLst>
        </p:spPr>
      </p:sp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43544330-6ACC-4366-BA70-7EE2C3AC7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328" y="246888"/>
            <a:ext cx="11512296" cy="228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</p:sp>
      <p:sp>
        <p:nvSpPr>
          <p:cNvPr id="12" name="Shape 9">
            <a:extLst xmlns:a="http://schemas.openxmlformats.org/drawingml/2006/main">
              <a:ext uri="{FF2B5EF4-FFF2-40B4-BE49-F238E27FC236}">
                <a16:creationId xmlns:a16="http://schemas.microsoft.com/office/drawing/2014/main" id="{3CDFA4A4-EAAF-4F6C-BF39-23413A8D6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896" y="219456"/>
            <a:ext cx="1156716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4ABF"/>
          </a:solidFill>
        </p:spPr>
      </p:sp>
      <p:pic>
        <p:nvPicPr>
          <p:cNvPr id="63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1ce8b5380434eb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38912" y="292608"/>
            <a:ext cx="310896" cy="310896"/>
          </a:xfrm>
          <a:prstGeom xmlns:a="http://schemas.openxmlformats.org/drawingml/2006/main" prst="rect">
            <a:avLst/>
          </a:prstGeom>
        </p:spPr>
      </p:pic>
      <p:sp>
        <p:nvSpPr>
          <p:cNvPr id="14" name="Text 10">
            <a:extLst xmlns:a="http://schemas.openxmlformats.org/drawingml/2006/main">
              <a:ext uri="{FF2B5EF4-FFF2-40B4-BE49-F238E27FC236}">
                <a16:creationId xmlns:a16="http://schemas.microsoft.com/office/drawing/2014/main" id="{995FAA8C-5B1E-4F74-A576-8FDAFD562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219456"/>
            <a:ext cx="932688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새싹이 오피스 길잡이   —   APPENDIX B · 산출물</a:t>
            </a:r>
          </a:p>
        </p:txBody>
      </p:sp>
      <p:sp>
        <p:nvSpPr>
          <p:cNvPr id="15" name="Shape 11">
            <a:extLst xmlns:a="http://schemas.openxmlformats.org/drawingml/2006/main">
              <a:ext uri="{FF2B5EF4-FFF2-40B4-BE49-F238E27FC236}">
                <a16:creationId xmlns:a16="http://schemas.microsoft.com/office/drawing/2014/main" id="{4B2B36C4-BE5F-45EB-9F39-24BD651CF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3928" y="320040"/>
            <a:ext cx="265176" cy="2560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6BE"/>
          </a:solidFill>
          <a:ln xmlns:a="http://schemas.openxmlformats.org/drawingml/2006/main" w="9525">
            <a:solidFill>
              <a:srgbClr val="6B6B66"/>
            </a:solidFill>
            <a:prstDash val="solid"/>
          </a:ln>
        </p:spPr>
      </p:sp>
      <p:sp>
        <p:nvSpPr>
          <p:cNvPr id="16" name="Shape 12">
            <a:extLst xmlns:a="http://schemas.openxmlformats.org/drawingml/2006/main">
              <a:ext uri="{FF2B5EF4-FFF2-40B4-BE49-F238E27FC236}">
                <a16:creationId xmlns:a16="http://schemas.microsoft.com/office/drawing/2014/main" id="{A8C62F1D-58EC-47AC-A345-ABD726955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3928" y="320040"/>
            <a:ext cx="265176" cy="274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A"/>
          </a:solidFill>
        </p:spPr>
      </p:sp>
      <p:sp>
        <p:nvSpPr>
          <p:cNvPr id="17" name="Text 13">
            <a:extLst xmlns:a="http://schemas.openxmlformats.org/drawingml/2006/main">
              <a:ext uri="{FF2B5EF4-FFF2-40B4-BE49-F238E27FC236}">
                <a16:creationId xmlns:a16="http://schemas.microsoft.com/office/drawing/2014/main" id="{B41529D3-D072-4EAE-ADDC-C81ECB9CB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3928" y="320040"/>
            <a:ext cx="265176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>
                <a:solidFill>
                  <a:srgbClr val="1B2340"/>
                </a:solidFill>
              </a:rPr>
              <a:t>_</a:t>
            </a:r>
          </a:p>
        </p:txBody>
      </p:sp>
      <p:sp>
        <p:nvSpPr>
          <p:cNvPr id="18" name="Shape 14">
            <a:extLst xmlns:a="http://schemas.openxmlformats.org/drawingml/2006/main">
              <a:ext uri="{FF2B5EF4-FFF2-40B4-BE49-F238E27FC236}">
                <a16:creationId xmlns:a16="http://schemas.microsoft.com/office/drawing/2014/main" id="{D517BE0B-2727-4F1D-8618-0EF687DB9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4824" y="320040"/>
            <a:ext cx="265176" cy="2560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6BE"/>
          </a:solidFill>
          <a:ln xmlns:a="http://schemas.openxmlformats.org/drawingml/2006/main" w="9525">
            <a:solidFill>
              <a:srgbClr val="6B6B66"/>
            </a:solidFill>
            <a:prstDash val="solid"/>
          </a:ln>
        </p:spPr>
      </p:sp>
      <p:sp>
        <p:nvSpPr>
          <p:cNvPr id="19" name="Shape 15">
            <a:extLst xmlns:a="http://schemas.openxmlformats.org/drawingml/2006/main">
              <a:ext uri="{FF2B5EF4-FFF2-40B4-BE49-F238E27FC236}">
                <a16:creationId xmlns:a16="http://schemas.microsoft.com/office/drawing/2014/main" id="{E9448854-F798-4B3E-A9E4-E1B29F7C1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4824" y="320040"/>
            <a:ext cx="265176" cy="274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A"/>
          </a:solidFill>
        </p:spPr>
      </p:sp>
      <p:sp>
        <p:nvSpPr>
          <p:cNvPr id="20" name="Text 16">
            <a:extLst xmlns:a="http://schemas.openxmlformats.org/drawingml/2006/main">
              <a:ext uri="{FF2B5EF4-FFF2-40B4-BE49-F238E27FC236}">
                <a16:creationId xmlns:a16="http://schemas.microsoft.com/office/drawing/2014/main" id="{615693E6-2F73-4646-9020-65BED9C94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4824" y="320040"/>
            <a:ext cx="265176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>
                <a:solidFill>
                  <a:srgbClr val="1B2340"/>
                </a:solidFill>
              </a:rPr>
              <a:t>❑</a:t>
            </a:r>
          </a:p>
        </p:txBody>
      </p:sp>
      <p:sp>
        <p:nvSpPr>
          <p:cNvPr id="21" name="Shape 17">
            <a:extLst xmlns:a="http://schemas.openxmlformats.org/drawingml/2006/main">
              <a:ext uri="{FF2B5EF4-FFF2-40B4-BE49-F238E27FC236}">
                <a16:creationId xmlns:a16="http://schemas.microsoft.com/office/drawing/2014/main" id="{094549DF-8F8D-4CE4-A6EE-ABF7B88AB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5720" y="320040"/>
            <a:ext cx="265176" cy="2560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6BE"/>
          </a:solidFill>
          <a:ln xmlns:a="http://schemas.openxmlformats.org/drawingml/2006/main" w="9525">
            <a:solidFill>
              <a:srgbClr val="6B6B66"/>
            </a:solidFill>
            <a:prstDash val="solid"/>
          </a:ln>
        </p:spPr>
      </p:sp>
      <p:sp>
        <p:nvSpPr>
          <p:cNvPr id="22" name="Shape 18">
            <a:extLst xmlns:a="http://schemas.openxmlformats.org/drawingml/2006/main">
              <a:ext uri="{FF2B5EF4-FFF2-40B4-BE49-F238E27FC236}">
                <a16:creationId xmlns:a16="http://schemas.microsoft.com/office/drawing/2014/main" id="{B64A99AC-2318-4249-9D2B-AA1BA87EA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5720" y="320040"/>
            <a:ext cx="265176" cy="274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A"/>
          </a:solidFill>
        </p:spPr>
      </p:sp>
      <p:sp>
        <p:nvSpPr>
          <p:cNvPr id="23" name="Text 19">
            <a:extLst xmlns:a="http://schemas.openxmlformats.org/drawingml/2006/main">
              <a:ext uri="{FF2B5EF4-FFF2-40B4-BE49-F238E27FC236}">
                <a16:creationId xmlns:a16="http://schemas.microsoft.com/office/drawing/2014/main" id="{2157A890-0F8F-4BF5-910D-411B174E8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5720" y="320040"/>
            <a:ext cx="265176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>
                <a:solidFill>
                  <a:srgbClr val="1B2340"/>
                </a:solidFill>
              </a:rPr>
              <a:t>✕</a:t>
            </a:r>
          </a:p>
        </p:txBody>
      </p:sp>
      <p:sp>
        <p:nvSpPr>
          <p:cNvPr id="24" name="Text 20">
            <a:extLst xmlns:a="http://schemas.openxmlformats.org/drawingml/2006/main">
              <a:ext uri="{FF2B5EF4-FFF2-40B4-BE49-F238E27FC236}">
                <a16:creationId xmlns:a16="http://schemas.microsoft.com/office/drawing/2014/main" id="{C8D5F0E6-1A37-44B2-AC43-1CA1737B0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051560"/>
            <a:ext cx="12191695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b="1">
                <a:solidFill>
                  <a:srgbClr val="7C5CE0"/>
                </a:solidFill>
                <a:latin typeface="Malgun Gothic"/>
                <a:ea typeface="Malgun Gothic"/>
                <a:cs typeface="Malgun Gothic"/>
              </a:rPr>
              <a:t>DELIVERABLES · 실제 파일 기준</a:t>
            </a:r>
          </a:p>
        </p:txBody>
      </p:sp>
      <p:sp>
        <p:nvSpPr>
          <p:cNvPr id="25" name="Text 21">
            <a:extLst xmlns:a="http://schemas.openxmlformats.org/drawingml/2006/main">
              <a:ext uri="{FF2B5EF4-FFF2-40B4-BE49-F238E27FC236}">
                <a16:creationId xmlns:a16="http://schemas.microsoft.com/office/drawing/2014/main" id="{C7C26C48-FFE7-47F9-93F5-A8CFCF159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371600"/>
            <a:ext cx="11091672" cy="1005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08000"/>
              </a:lnSpc>
              <a:buNone/>
            </a:pPr>
            <a:r>
              <a:rPr sz="2800" b="1">
                <a:solidFill>
                  <a:srgbClr val="1B2340"/>
                </a:solidFill>
                <a:latin typeface="Malgun Gothic"/>
                <a:ea typeface="Malgun Gothic"/>
                <a:cs typeface="Malgun Gothic"/>
              </a:rPr>
              <a:t>로드맵 요구사항과 확인 가능한 산출물</a:t>
            </a:r>
          </a:p>
        </p:txBody>
      </p:sp>
      <p:sp>
        <p:nvSpPr>
          <p:cNvPr id="26" name="Text 22">
            <a:extLst xmlns:a="http://schemas.openxmlformats.org/drawingml/2006/main">
              <a:ext uri="{FF2B5EF4-FFF2-40B4-BE49-F238E27FC236}">
                <a16:creationId xmlns:a16="http://schemas.microsoft.com/office/drawing/2014/main" id="{7B2C155C-D545-470D-B1E0-3568845AD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" y="2514600"/>
            <a:ext cx="457200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C77D00"/>
                </a:solidFill>
                <a:latin typeface="Calibri"/>
                <a:ea typeface="Calibri"/>
                <a:cs typeface="Calibri"/>
              </a:rPr>
              <a:t>1</a:t>
            </a:r>
          </a:p>
        </p:txBody>
      </p:sp>
      <p:sp>
        <p:nvSpPr>
          <p:cNvPr id="27" name="Text 23">
            <a:extLst xmlns:a="http://schemas.openxmlformats.org/drawingml/2006/main">
              <a:ext uri="{FF2B5EF4-FFF2-40B4-BE49-F238E27FC236}">
                <a16:creationId xmlns:a16="http://schemas.microsoft.com/office/drawing/2014/main" id="{04C2E2DA-9F42-420B-BEA0-6BE31AC53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1640" y="2514600"/>
            <a:ext cx="4206240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50">
                <a:solidFill>
                  <a:srgbClr val="1B2340"/>
                </a:solidFill>
                <a:latin typeface="Malgun Gothic"/>
                <a:ea typeface="Malgun Gothic"/>
                <a:cs typeface="Malgun Gothic"/>
              </a:rPr>
              <a:t>시스템 기획·PRD</a:t>
            </a:r>
          </a:p>
        </p:txBody>
      </p:sp>
      <p:sp>
        <p:nvSpPr>
          <p:cNvPr id="28" name="Text 24">
            <a:extLst xmlns:a="http://schemas.openxmlformats.org/drawingml/2006/main">
              <a:ext uri="{FF2B5EF4-FFF2-40B4-BE49-F238E27FC236}">
                <a16:creationId xmlns:a16="http://schemas.microsoft.com/office/drawing/2014/main" id="{A46BE384-2EEA-48F0-A853-9E9A2A74E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2514600"/>
            <a:ext cx="5029200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3558D6"/>
                </a:solidFill>
                <a:latin typeface="Calibri"/>
                <a:ea typeface="Calibri"/>
                <a:cs typeface="Calibri"/>
              </a:rPr>
              <a:t>docs/SYSTEM_DESIGN_PRD.md</a:t>
            </a:r>
          </a:p>
        </p:txBody>
      </p:sp>
      <p:sp>
        <p:nvSpPr>
          <p:cNvPr id="29" name="Shape 25">
            <a:extLst xmlns:a="http://schemas.openxmlformats.org/drawingml/2006/main">
              <a:ext uri="{FF2B5EF4-FFF2-40B4-BE49-F238E27FC236}">
                <a16:creationId xmlns:a16="http://schemas.microsoft.com/office/drawing/2014/main" id="{55F7B87E-D265-48EB-AFC7-4844AC3C7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" y="3008376"/>
            <a:ext cx="978408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AF0FF"/>
            </a:solidFill>
            <a:prstDash val="solid"/>
          </a:ln>
        </p:spPr>
      </p:sp>
      <p:sp>
        <p:nvSpPr>
          <p:cNvPr id="30" name="Text 26">
            <a:extLst xmlns:a="http://schemas.openxmlformats.org/drawingml/2006/main">
              <a:ext uri="{FF2B5EF4-FFF2-40B4-BE49-F238E27FC236}">
                <a16:creationId xmlns:a16="http://schemas.microsoft.com/office/drawing/2014/main" id="{4AD37972-35E0-421B-B4E2-375A1F97F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" y="3081528"/>
            <a:ext cx="457200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C77D00"/>
                </a:solidFill>
                <a:latin typeface="Calibri"/>
                <a:ea typeface="Calibri"/>
                <a:cs typeface="Calibri"/>
              </a:rPr>
              <a:t>2</a:t>
            </a:r>
          </a:p>
        </p:txBody>
      </p:sp>
      <p:sp>
        <p:nvSpPr>
          <p:cNvPr id="31" name="Text 27">
            <a:extLst xmlns:a="http://schemas.openxmlformats.org/drawingml/2006/main">
              <a:ext uri="{FF2B5EF4-FFF2-40B4-BE49-F238E27FC236}">
                <a16:creationId xmlns:a16="http://schemas.microsoft.com/office/drawing/2014/main" id="{7D04B64D-2AAA-41D2-A0C7-D35BA2DA2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1640" y="3081528"/>
            <a:ext cx="4206240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50">
                <a:solidFill>
                  <a:srgbClr val="1B2340"/>
                </a:solidFill>
                <a:latin typeface="Malgun Gothic"/>
                <a:ea typeface="Malgun Gothic"/>
                <a:cs typeface="Malgun Gothic"/>
              </a:rPr>
              <a:t>데이터분석 정의서</a:t>
            </a:r>
          </a:p>
        </p:txBody>
      </p:sp>
      <p:sp>
        <p:nvSpPr>
          <p:cNvPr id="32" name="Text 28">
            <a:extLst xmlns:a="http://schemas.openxmlformats.org/drawingml/2006/main">
              <a:ext uri="{FF2B5EF4-FFF2-40B4-BE49-F238E27FC236}">
                <a16:creationId xmlns:a16="http://schemas.microsoft.com/office/drawing/2014/main" id="{C720B9B3-DAC6-44EA-A498-EDBDDD69D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3081528"/>
            <a:ext cx="5029200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3558D6"/>
                </a:solidFill>
                <a:latin typeface="Calibri"/>
                <a:ea typeface="Calibri"/>
                <a:cs typeface="Calibri"/>
              </a:rPr>
              <a:t>docs/데이터분석정의서.md</a:t>
            </a:r>
          </a:p>
        </p:txBody>
      </p:sp>
      <p:sp>
        <p:nvSpPr>
          <p:cNvPr id="33" name="Shape 29">
            <a:extLst xmlns:a="http://schemas.openxmlformats.org/drawingml/2006/main">
              <a:ext uri="{FF2B5EF4-FFF2-40B4-BE49-F238E27FC236}">
                <a16:creationId xmlns:a16="http://schemas.microsoft.com/office/drawing/2014/main" id="{DC6DCB87-0749-4BDD-9D8C-DB067BAAE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" y="3575304"/>
            <a:ext cx="978408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AF0FF"/>
            </a:solidFill>
            <a:prstDash val="solid"/>
          </a:ln>
        </p:spPr>
      </p:sp>
      <p:sp>
        <p:nvSpPr>
          <p:cNvPr id="34" name="Text 30">
            <a:extLst xmlns:a="http://schemas.openxmlformats.org/drawingml/2006/main">
              <a:ext uri="{FF2B5EF4-FFF2-40B4-BE49-F238E27FC236}">
                <a16:creationId xmlns:a16="http://schemas.microsoft.com/office/drawing/2014/main" id="{7F80AE9D-D0DB-4A92-B682-91EE5087D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" y="3648456"/>
            <a:ext cx="457200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C77D00"/>
                </a:solidFill>
                <a:latin typeface="Calibri"/>
                <a:ea typeface="Calibri"/>
                <a:cs typeface="Calibri"/>
              </a:rPr>
              <a:t>3</a:t>
            </a:r>
          </a:p>
        </p:txBody>
      </p:sp>
      <p:sp>
        <p:nvSpPr>
          <p:cNvPr id="35" name="Text 31">
            <a:extLst xmlns:a="http://schemas.openxmlformats.org/drawingml/2006/main">
              <a:ext uri="{FF2B5EF4-FFF2-40B4-BE49-F238E27FC236}">
                <a16:creationId xmlns:a16="http://schemas.microsoft.com/office/drawing/2014/main" id="{70739ED0-CED6-416A-844B-B4EE7CE7C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1640" y="3648456"/>
            <a:ext cx="4206240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50">
                <a:solidFill>
                  <a:srgbClr val="1B2340"/>
                </a:solidFill>
                <a:latin typeface="Malgun Gothic"/>
                <a:ea typeface="Malgun Gothic"/>
                <a:cs typeface="Malgun Gothic"/>
              </a:rPr>
              <a:t>발표 대본·시연</a:t>
            </a:r>
          </a:p>
        </p:txBody>
      </p:sp>
      <p:sp>
        <p:nvSpPr>
          <p:cNvPr id="36" name="Text 32">
            <a:extLst xmlns:a="http://schemas.openxmlformats.org/drawingml/2006/main">
              <a:ext uri="{FF2B5EF4-FFF2-40B4-BE49-F238E27FC236}">
                <a16:creationId xmlns:a16="http://schemas.microsoft.com/office/drawing/2014/main" id="{9DC5FB55-0795-483C-8338-BC310EB44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3648456"/>
            <a:ext cx="5029200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3558D6"/>
                </a:solidFill>
                <a:latin typeface="Calibri"/>
                <a:ea typeface="Calibri"/>
                <a:cs typeface="Calibri"/>
              </a:rPr>
              <a:t>docs/발표자료/발표_대본_PPT구성_ver2.md</a:t>
            </a:r>
          </a:p>
        </p:txBody>
      </p:sp>
      <p:sp>
        <p:nvSpPr>
          <p:cNvPr id="37" name="Shape 33">
            <a:extLst xmlns:a="http://schemas.openxmlformats.org/drawingml/2006/main">
              <a:ext uri="{FF2B5EF4-FFF2-40B4-BE49-F238E27FC236}">
                <a16:creationId xmlns:a16="http://schemas.microsoft.com/office/drawing/2014/main" id="{56A17034-3FDE-4D00-8636-F092A26C3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" y="4142232"/>
            <a:ext cx="978408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AF0FF"/>
            </a:solidFill>
            <a:prstDash val="solid"/>
          </a:ln>
        </p:spPr>
      </p:sp>
      <p:sp>
        <p:nvSpPr>
          <p:cNvPr id="38" name="Text 34">
            <a:extLst xmlns:a="http://schemas.openxmlformats.org/drawingml/2006/main">
              <a:ext uri="{FF2B5EF4-FFF2-40B4-BE49-F238E27FC236}">
                <a16:creationId xmlns:a16="http://schemas.microsoft.com/office/drawing/2014/main" id="{BE12A197-64D3-4D68-8823-9332CD2BC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" y="4215384"/>
            <a:ext cx="457200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C77D00"/>
                </a:solidFill>
                <a:latin typeface="Calibri"/>
                <a:ea typeface="Calibri"/>
                <a:cs typeface="Calibri"/>
              </a:rPr>
              <a:t>4</a:t>
            </a:r>
          </a:p>
        </p:txBody>
      </p:sp>
      <p:sp>
        <p:nvSpPr>
          <p:cNvPr id="39" name="Text 35">
            <a:extLst xmlns:a="http://schemas.openxmlformats.org/drawingml/2006/main">
              <a:ext uri="{FF2B5EF4-FFF2-40B4-BE49-F238E27FC236}">
                <a16:creationId xmlns:a16="http://schemas.microsoft.com/office/drawing/2014/main" id="{FE126BFF-B00F-4FD1-8637-ADACF82D1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1640" y="4215384"/>
            <a:ext cx="4206240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50">
                <a:solidFill>
                  <a:srgbClr val="1B2340"/>
                </a:solidFill>
                <a:latin typeface="Malgun Gothic"/>
                <a:ea typeface="Malgun Gothic"/>
                <a:cs typeface="Malgun Gothic"/>
              </a:rPr>
              <a:t>프론트엔드</a:t>
            </a:r>
          </a:p>
        </p:txBody>
      </p:sp>
      <p:sp>
        <p:nvSpPr>
          <p:cNvPr id="40" name="Text 36">
            <a:extLst xmlns:a="http://schemas.openxmlformats.org/drawingml/2006/main">
              <a:ext uri="{FF2B5EF4-FFF2-40B4-BE49-F238E27FC236}">
                <a16:creationId xmlns:a16="http://schemas.microsoft.com/office/drawing/2014/main" id="{29C6F7C8-3F94-49B1-93AE-17770F03C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4215384"/>
            <a:ext cx="5029200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3558D6"/>
                </a:solidFill>
                <a:latin typeface="Calibri"/>
                <a:ea typeface="Calibri"/>
                <a:cs typeface="Calibri"/>
              </a:rPr>
              <a:t>React·TypeScript·Vite / frontend/src/App.tsx</a:t>
            </a:r>
          </a:p>
        </p:txBody>
      </p:sp>
      <p:sp>
        <p:nvSpPr>
          <p:cNvPr id="41" name="Shape 37">
            <a:extLst xmlns:a="http://schemas.openxmlformats.org/drawingml/2006/main">
              <a:ext uri="{FF2B5EF4-FFF2-40B4-BE49-F238E27FC236}">
                <a16:creationId xmlns:a16="http://schemas.microsoft.com/office/drawing/2014/main" id="{ECC18854-3364-48FF-937E-E2F679571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" y="4709160"/>
            <a:ext cx="978408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AF0FF"/>
            </a:solidFill>
            <a:prstDash val="solid"/>
          </a:ln>
        </p:spPr>
      </p:sp>
      <p:sp>
        <p:nvSpPr>
          <p:cNvPr id="42" name="Text 38">
            <a:extLst xmlns:a="http://schemas.openxmlformats.org/drawingml/2006/main">
              <a:ext uri="{FF2B5EF4-FFF2-40B4-BE49-F238E27FC236}">
                <a16:creationId xmlns:a16="http://schemas.microsoft.com/office/drawing/2014/main" id="{F0B13506-7511-445C-BFD6-3FF73FE0F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" y="4782312"/>
            <a:ext cx="457200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C77D00"/>
                </a:solidFill>
                <a:latin typeface="Calibri"/>
                <a:ea typeface="Calibri"/>
                <a:cs typeface="Calibri"/>
              </a:rPr>
              <a:t>5</a:t>
            </a:r>
          </a:p>
        </p:txBody>
      </p:sp>
      <p:sp>
        <p:nvSpPr>
          <p:cNvPr id="43" name="Text 39">
            <a:extLst xmlns:a="http://schemas.openxmlformats.org/drawingml/2006/main">
              <a:ext uri="{FF2B5EF4-FFF2-40B4-BE49-F238E27FC236}">
                <a16:creationId xmlns:a16="http://schemas.microsoft.com/office/drawing/2014/main" id="{D7AEB1C1-40E0-4AEB-9361-A156B9352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1640" y="4782312"/>
            <a:ext cx="4206240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50">
                <a:solidFill>
                  <a:srgbClr val="1B2340"/>
                </a:solidFill>
                <a:latin typeface="Malgun Gothic"/>
                <a:ea typeface="Malgun Gothic"/>
                <a:cs typeface="Malgun Gothic"/>
              </a:rPr>
              <a:t>데이터 검사</a:t>
            </a:r>
          </a:p>
        </p:txBody>
      </p:sp>
      <p:sp>
        <p:nvSpPr>
          <p:cNvPr id="44" name="Text 40">
            <a:extLst xmlns:a="http://schemas.openxmlformats.org/drawingml/2006/main">
              <a:ext uri="{FF2B5EF4-FFF2-40B4-BE49-F238E27FC236}">
                <a16:creationId xmlns:a16="http://schemas.microsoft.com/office/drawing/2014/main" id="{843397BE-3419-4860-A8AF-18F669528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4782312"/>
            <a:ext cx="5029200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3558D6"/>
                </a:solidFill>
                <a:latin typeface="Calibri"/>
                <a:ea typeface="Calibri"/>
                <a:cs typeface="Calibri"/>
              </a:rPr>
              <a:t>Python 동기화·정합성 검사 스크립트</a:t>
            </a:r>
          </a:p>
        </p:txBody>
      </p:sp>
      <p:sp>
        <p:nvSpPr>
          <p:cNvPr id="45" name="Shape 41">
            <a:extLst xmlns:a="http://schemas.openxmlformats.org/drawingml/2006/main">
              <a:ext uri="{FF2B5EF4-FFF2-40B4-BE49-F238E27FC236}">
                <a16:creationId xmlns:a16="http://schemas.microsoft.com/office/drawing/2014/main" id="{72462C4C-B015-41EB-AECE-548374F58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" y="5276088"/>
            <a:ext cx="978408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AF0FF"/>
            </a:solidFill>
            <a:prstDash val="solid"/>
          </a:ln>
        </p:spPr>
      </p:sp>
      <p:sp>
        <p:nvSpPr>
          <p:cNvPr id="46" name="Text 42">
            <a:extLst xmlns:a="http://schemas.openxmlformats.org/drawingml/2006/main">
              <a:ext uri="{FF2B5EF4-FFF2-40B4-BE49-F238E27FC236}">
                <a16:creationId xmlns:a16="http://schemas.microsoft.com/office/drawing/2014/main" id="{CC917FD3-6836-418B-B99C-E34649A04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" y="5349240"/>
            <a:ext cx="457200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C77D00"/>
                </a:solidFill>
                <a:latin typeface="Calibri"/>
                <a:ea typeface="Calibri"/>
                <a:cs typeface="Calibri"/>
              </a:rPr>
              <a:t>6</a:t>
            </a:r>
          </a:p>
        </p:txBody>
      </p:sp>
      <p:sp>
        <p:nvSpPr>
          <p:cNvPr id="47" name="Text 43">
            <a:extLst xmlns:a="http://schemas.openxmlformats.org/drawingml/2006/main">
              <a:ext uri="{FF2B5EF4-FFF2-40B4-BE49-F238E27FC236}">
                <a16:creationId xmlns:a16="http://schemas.microsoft.com/office/drawing/2014/main" id="{BCDE62F1-DB64-4722-89A9-C04B0146B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1640" y="5349240"/>
            <a:ext cx="4206240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50">
                <a:solidFill>
                  <a:srgbClr val="1B2340"/>
                </a:solidFill>
                <a:latin typeface="Malgun Gothic"/>
                <a:ea typeface="Malgun Gothic"/>
                <a:cs typeface="Malgun Gothic"/>
              </a:rPr>
              <a:t>배포·생성형 AI</a:t>
            </a:r>
          </a:p>
        </p:txBody>
      </p:sp>
      <p:sp>
        <p:nvSpPr>
          <p:cNvPr id="48" name="Text 44">
            <a:extLst xmlns:a="http://schemas.openxmlformats.org/drawingml/2006/main">
              <a:ext uri="{FF2B5EF4-FFF2-40B4-BE49-F238E27FC236}">
                <a16:creationId xmlns:a16="http://schemas.microsoft.com/office/drawing/2014/main" id="{4AFA8B1B-16F1-411A-9B3C-13E13BFC1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5349240"/>
            <a:ext cx="5029200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3558D6"/>
                </a:solidFill>
                <a:latin typeface="Calibri"/>
                <a:ea typeface="Calibri"/>
                <a:cs typeface="Calibri"/>
              </a:rPr>
              <a:t>Vercel / Gemini 초안 + 템플릿 Fallback</a:t>
            </a:r>
          </a:p>
        </p:txBody>
      </p:sp>
      <p:sp>
        <p:nvSpPr>
          <p:cNvPr id="49" name="Shape 45">
            <a:extLst xmlns:a="http://schemas.openxmlformats.org/drawingml/2006/main">
              <a:ext uri="{FF2B5EF4-FFF2-40B4-BE49-F238E27FC236}">
                <a16:creationId xmlns:a16="http://schemas.microsoft.com/office/drawing/2014/main" id="{2A15DDA8-B758-4E13-9269-2B33E1954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" y="5843016"/>
            <a:ext cx="978408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AF0FF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591009332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2026-07-25T13:05:07.0460000Z</dcterms:created>
  <dcterms:modified xsi:type="dcterms:W3CDTF">2026-07-25T13:05:07.0460000Z</dcterms:modified>
</coreProperties>
</file>